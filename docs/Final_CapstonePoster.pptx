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notesSlides/notesSlide1.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6"/>
  </p:notesMasterIdLst>
  <p:sldIdLst>
    <p:sldId id="256" r:id="rId5"/>
  </p:sldIdLst>
  <p:sldSz cx="43891200" cy="32918400"/>
  <p:notesSz cx="32918400" cy="51206400"/>
  <p:defaultTextStyle>
    <a:defPPr>
      <a:defRPr lang="en-US"/>
    </a:defPPr>
    <a:lvl1pPr algn="l" rtl="0" fontAlgn="base">
      <a:spcBef>
        <a:spcPct val="0"/>
      </a:spcBef>
      <a:spcAft>
        <a:spcPct val="0"/>
      </a:spcAft>
      <a:defRPr sz="3200" kern="1200">
        <a:solidFill>
          <a:schemeClr val="tx1"/>
        </a:solidFill>
        <a:latin typeface="Helvetica" pitchFamily="2" charset="0"/>
        <a:ea typeface="ＭＳ Ｐゴシック" panose="020B0600070205080204" pitchFamily="34" charset="-128"/>
        <a:cs typeface="+mn-cs"/>
      </a:defRPr>
    </a:lvl1pPr>
    <a:lvl2pPr marL="457200" algn="l" rtl="0" fontAlgn="base">
      <a:spcBef>
        <a:spcPct val="0"/>
      </a:spcBef>
      <a:spcAft>
        <a:spcPct val="0"/>
      </a:spcAft>
      <a:defRPr sz="3200" kern="1200">
        <a:solidFill>
          <a:schemeClr val="tx1"/>
        </a:solidFill>
        <a:latin typeface="Helvetica" pitchFamily="2" charset="0"/>
        <a:ea typeface="ＭＳ Ｐゴシック" panose="020B0600070205080204" pitchFamily="34" charset="-128"/>
        <a:cs typeface="+mn-cs"/>
      </a:defRPr>
    </a:lvl2pPr>
    <a:lvl3pPr marL="914400" algn="l" rtl="0" fontAlgn="base">
      <a:spcBef>
        <a:spcPct val="0"/>
      </a:spcBef>
      <a:spcAft>
        <a:spcPct val="0"/>
      </a:spcAft>
      <a:defRPr sz="3200" kern="1200">
        <a:solidFill>
          <a:schemeClr val="tx1"/>
        </a:solidFill>
        <a:latin typeface="Helvetica" pitchFamily="2" charset="0"/>
        <a:ea typeface="ＭＳ Ｐゴシック" panose="020B0600070205080204" pitchFamily="34" charset="-128"/>
        <a:cs typeface="+mn-cs"/>
      </a:defRPr>
    </a:lvl3pPr>
    <a:lvl4pPr marL="1371600" algn="l" rtl="0" fontAlgn="base">
      <a:spcBef>
        <a:spcPct val="0"/>
      </a:spcBef>
      <a:spcAft>
        <a:spcPct val="0"/>
      </a:spcAft>
      <a:defRPr sz="3200" kern="1200">
        <a:solidFill>
          <a:schemeClr val="tx1"/>
        </a:solidFill>
        <a:latin typeface="Helvetica" pitchFamily="2" charset="0"/>
        <a:ea typeface="ＭＳ Ｐゴシック" panose="020B0600070205080204" pitchFamily="34" charset="-128"/>
        <a:cs typeface="+mn-cs"/>
      </a:defRPr>
    </a:lvl4pPr>
    <a:lvl5pPr marL="1828800" algn="l" rtl="0" fontAlgn="base">
      <a:spcBef>
        <a:spcPct val="0"/>
      </a:spcBef>
      <a:spcAft>
        <a:spcPct val="0"/>
      </a:spcAft>
      <a:defRPr sz="3200" kern="1200">
        <a:solidFill>
          <a:schemeClr val="tx1"/>
        </a:solidFill>
        <a:latin typeface="Helvetica" pitchFamily="2" charset="0"/>
        <a:ea typeface="ＭＳ Ｐゴシック" panose="020B0600070205080204" pitchFamily="34" charset="-128"/>
        <a:cs typeface="+mn-cs"/>
      </a:defRPr>
    </a:lvl5pPr>
    <a:lvl6pPr marL="2286000" algn="l" defTabSz="914400" rtl="0" eaLnBrk="1" latinLnBrk="0" hangingPunct="1">
      <a:defRPr sz="3200" kern="1200">
        <a:solidFill>
          <a:schemeClr val="tx1"/>
        </a:solidFill>
        <a:latin typeface="Helvetica" pitchFamily="2" charset="0"/>
        <a:ea typeface="ＭＳ Ｐゴシック" panose="020B0600070205080204" pitchFamily="34" charset="-128"/>
        <a:cs typeface="+mn-cs"/>
      </a:defRPr>
    </a:lvl6pPr>
    <a:lvl7pPr marL="2743200" algn="l" defTabSz="914400" rtl="0" eaLnBrk="1" latinLnBrk="0" hangingPunct="1">
      <a:defRPr sz="3200" kern="1200">
        <a:solidFill>
          <a:schemeClr val="tx1"/>
        </a:solidFill>
        <a:latin typeface="Helvetica" pitchFamily="2" charset="0"/>
        <a:ea typeface="ＭＳ Ｐゴシック" panose="020B0600070205080204" pitchFamily="34" charset="-128"/>
        <a:cs typeface="+mn-cs"/>
      </a:defRPr>
    </a:lvl7pPr>
    <a:lvl8pPr marL="3200400" algn="l" defTabSz="914400" rtl="0" eaLnBrk="1" latinLnBrk="0" hangingPunct="1">
      <a:defRPr sz="3200" kern="1200">
        <a:solidFill>
          <a:schemeClr val="tx1"/>
        </a:solidFill>
        <a:latin typeface="Helvetica" pitchFamily="2" charset="0"/>
        <a:ea typeface="ＭＳ Ｐゴシック" panose="020B0600070205080204" pitchFamily="34" charset="-128"/>
        <a:cs typeface="+mn-cs"/>
      </a:defRPr>
    </a:lvl8pPr>
    <a:lvl9pPr marL="3657600" algn="l" defTabSz="914400" rtl="0" eaLnBrk="1" latinLnBrk="0" hangingPunct="1">
      <a:defRPr sz="3200" kern="1200">
        <a:solidFill>
          <a:schemeClr val="tx1"/>
        </a:solidFill>
        <a:latin typeface="Helvetica" pitchFamily="2"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717" userDrawn="1">
          <p15:clr>
            <a:srgbClr val="A4A3A4"/>
          </p15:clr>
        </p15:guide>
        <p15:guide id="2" orient="horz" pos="19632" userDrawn="1">
          <p15:clr>
            <a:srgbClr val="A4A3A4"/>
          </p15:clr>
        </p15:guide>
        <p15:guide id="3" orient="horz" pos="3729" userDrawn="1">
          <p15:clr>
            <a:srgbClr val="A4A3A4"/>
          </p15:clr>
        </p15:guide>
        <p15:guide id="4" orient="horz" pos="2129" userDrawn="1">
          <p15:clr>
            <a:srgbClr val="A4A3A4"/>
          </p15:clr>
        </p15:guide>
        <p15:guide id="5" pos="6376" userDrawn="1">
          <p15:clr>
            <a:srgbClr val="A4A3A4"/>
          </p15:clr>
        </p15:guide>
        <p15:guide id="6" pos="7210" userDrawn="1">
          <p15:clr>
            <a:srgbClr val="A4A3A4"/>
          </p15:clr>
        </p15:guide>
        <p15:guide id="7" pos="13124" userDrawn="1">
          <p15:clr>
            <a:srgbClr val="A4A3A4"/>
          </p15:clr>
        </p15:guide>
        <p15:guide id="8" pos="21030" userDrawn="1">
          <p15:clr>
            <a:srgbClr val="A4A3A4"/>
          </p15:clr>
        </p15:guide>
        <p15:guide id="9" pos="986" userDrawn="1">
          <p15:clr>
            <a:srgbClr val="A4A3A4"/>
          </p15:clr>
        </p15:guide>
        <p15:guide id="10" pos="13997" userDrawn="1">
          <p15:clr>
            <a:srgbClr val="A4A3A4"/>
          </p15:clr>
        </p15:guide>
        <p15:guide id="11" pos="20197" userDrawn="1">
          <p15:clr>
            <a:srgbClr val="A4A3A4"/>
          </p15:clr>
        </p15:guide>
        <p15:guide id="12" pos="26461"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3045CF1-1D3E-9B5F-90DA-87A42F2E568B}" name="Stella G. Goodrich" initials="SG" userId="S::GOODRIST@mail.gvsu.edu::4d4ddaf0-333b-4828-925b-56994316240b" providerId="AD"/>
</p188:authorLst>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4A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BB397E1-C0FD-4C95-A818-3F25FE8F8496}" v="13" dt="2025-12-01T18:03:32.073"/>
    <p1510:client id="{D79F7AEE-7BE4-4918-AB73-0ACFA230A449}" v="3" dt="2025-12-01T22:43:20.38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1"/>
    <p:restoredTop sz="94694"/>
  </p:normalViewPr>
  <p:slideViewPr>
    <p:cSldViewPr snapToGrid="0">
      <p:cViewPr varScale="1">
        <p:scale>
          <a:sx n="10" d="100"/>
          <a:sy n="10" d="100"/>
        </p:scale>
        <p:origin x="1363" y="-110"/>
      </p:cViewPr>
      <p:guideLst>
        <p:guide orient="horz" pos="717"/>
        <p:guide orient="horz" pos="19632"/>
        <p:guide orient="horz" pos="3729"/>
        <p:guide orient="horz" pos="2129"/>
        <p:guide pos="6376"/>
        <p:guide pos="7210"/>
        <p:guide pos="13124"/>
        <p:guide pos="21030"/>
        <p:guide pos="986"/>
        <p:guide pos="13997"/>
        <p:guide pos="20197"/>
        <p:guide pos="26461"/>
      </p:guideLst>
    </p:cSldViewPr>
  </p:slideViewPr>
  <p:outlineViewPr>
    <p:cViewPr>
      <p:scale>
        <a:sx n="33" d="100"/>
        <a:sy n="33" d="100"/>
      </p:scale>
      <p:origin x="0" y="0"/>
    </p:cViewPr>
  </p:outlineViewPr>
  <p:notesTextViewPr>
    <p:cViewPr>
      <p:scale>
        <a:sx n="50" d="100"/>
        <a:sy n="5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presProps" Target="presProps.xml"/><Relationship Id="rId12" Type="http://schemas.microsoft.com/office/2018/10/relationships/authors" Target="author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microsoft.com/office/2015/10/relationships/revisionInfo" Target="revisionInfo.xml"/><Relationship Id="rId5" Type="http://schemas.openxmlformats.org/officeDocument/2006/relationships/slide" Target="slides/slide1.xml"/><Relationship Id="rId1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6701B41-884C-BBF8-506A-936D9A6C3C5B}"/>
              </a:ext>
            </a:extLst>
          </p:cNvPr>
          <p:cNvSpPr>
            <a:spLocks noGrp="1"/>
          </p:cNvSpPr>
          <p:nvPr>
            <p:ph type="hdr" sz="quarter"/>
          </p:nvPr>
        </p:nvSpPr>
        <p:spPr>
          <a:xfrm>
            <a:off x="0" y="0"/>
            <a:ext cx="14265275" cy="2560638"/>
          </a:xfrm>
          <a:prstGeom prst="rect">
            <a:avLst/>
          </a:prstGeom>
        </p:spPr>
        <p:txBody>
          <a:bodyPr vert="horz" wrap="square" lIns="91440" tIns="45720" rIns="91440" bIns="45720" numCol="1" anchor="t" anchorCtr="0" compatLnSpc="1">
            <a:prstTxWarp prst="textNoShape">
              <a:avLst/>
            </a:prstTxWarp>
          </a:bodyPr>
          <a:lstStyle>
            <a:lvl1pPr>
              <a:defRPr sz="1200">
                <a:latin typeface="Calibri"/>
                <a:ea typeface="ＭＳ Ｐゴシック" charset="0"/>
                <a:cs typeface="ＭＳ Ｐゴシック" charset="0"/>
              </a:defRPr>
            </a:lvl1pPr>
          </a:lstStyle>
          <a:p>
            <a:pPr>
              <a:defRPr/>
            </a:pPr>
            <a:endParaRPr lang="en-US" dirty="0"/>
          </a:p>
        </p:txBody>
      </p:sp>
      <p:sp>
        <p:nvSpPr>
          <p:cNvPr id="3" name="Date Placeholder 2">
            <a:extLst>
              <a:ext uri="{FF2B5EF4-FFF2-40B4-BE49-F238E27FC236}">
                <a16:creationId xmlns:a16="http://schemas.microsoft.com/office/drawing/2014/main" id="{962BA387-BF44-03AA-9D01-4EAB0D56BD8A}"/>
              </a:ext>
            </a:extLst>
          </p:cNvPr>
          <p:cNvSpPr>
            <a:spLocks noGrp="1"/>
          </p:cNvSpPr>
          <p:nvPr>
            <p:ph type="dt" idx="1"/>
          </p:nvPr>
        </p:nvSpPr>
        <p:spPr>
          <a:xfrm>
            <a:off x="18646775" y="0"/>
            <a:ext cx="14263688" cy="2560638"/>
          </a:xfrm>
          <a:prstGeom prst="rect">
            <a:avLst/>
          </a:prstGeom>
        </p:spPr>
        <p:txBody>
          <a:bodyPr vert="horz" wrap="square" lIns="91440" tIns="45720" rIns="91440" bIns="45720" numCol="1" anchor="t" anchorCtr="0" compatLnSpc="1">
            <a:prstTxWarp prst="textNoShape">
              <a:avLst/>
            </a:prstTxWarp>
          </a:bodyPr>
          <a:lstStyle>
            <a:lvl1pPr algn="r">
              <a:defRPr sz="1200">
                <a:latin typeface="Calibri" panose="020F0502020204030204" pitchFamily="34" charset="0"/>
              </a:defRPr>
            </a:lvl1pPr>
          </a:lstStyle>
          <a:p>
            <a:fld id="{C59D76ED-0B13-8E48-95C1-D04E5E6B4F3C}" type="datetime1">
              <a:rPr lang="en-US" altLang="en-US"/>
              <a:pPr/>
              <a:t>12/1/2025</a:t>
            </a:fld>
            <a:endParaRPr lang="en-US" altLang="en-US" dirty="0"/>
          </a:p>
        </p:txBody>
      </p:sp>
      <p:sp>
        <p:nvSpPr>
          <p:cNvPr id="4" name="Slide Image Placeholder 3">
            <a:extLst>
              <a:ext uri="{FF2B5EF4-FFF2-40B4-BE49-F238E27FC236}">
                <a16:creationId xmlns:a16="http://schemas.microsoft.com/office/drawing/2014/main" id="{B54291CC-40FE-40EE-08BE-FB95BBEA5CF9}"/>
              </a:ext>
            </a:extLst>
          </p:cNvPr>
          <p:cNvSpPr>
            <a:spLocks noGrp="1" noRot="1" noChangeAspect="1"/>
          </p:cNvSpPr>
          <p:nvPr>
            <p:ph type="sldImg" idx="2"/>
          </p:nvPr>
        </p:nvSpPr>
        <p:spPr>
          <a:xfrm>
            <a:off x="3657600" y="3840163"/>
            <a:ext cx="25603200" cy="19202400"/>
          </a:xfrm>
          <a:prstGeom prst="rect">
            <a:avLst/>
          </a:prstGeom>
          <a:noFill/>
          <a:ln w="12700">
            <a:solidFill>
              <a:prstClr val="black"/>
            </a:solidFill>
          </a:ln>
        </p:spPr>
        <p:txBody>
          <a:bodyPr vert="horz" wrap="square" lIns="91440" tIns="45720" rIns="91440" bIns="45720" numCol="1" anchor="ctr" anchorCtr="0" compatLnSpc="1">
            <a:prstTxWarp prst="textNoShape">
              <a:avLst/>
            </a:prstTxWarp>
          </a:bodyPr>
          <a:lstStyle/>
          <a:p>
            <a:pPr lvl="0"/>
            <a:endParaRPr lang="en-US" noProof="0" dirty="0"/>
          </a:p>
        </p:txBody>
      </p:sp>
      <p:sp>
        <p:nvSpPr>
          <p:cNvPr id="5" name="Notes Placeholder 4">
            <a:extLst>
              <a:ext uri="{FF2B5EF4-FFF2-40B4-BE49-F238E27FC236}">
                <a16:creationId xmlns:a16="http://schemas.microsoft.com/office/drawing/2014/main" id="{12DE383B-2ACF-0462-C160-CC4154D7149C}"/>
              </a:ext>
            </a:extLst>
          </p:cNvPr>
          <p:cNvSpPr>
            <a:spLocks noGrp="1"/>
          </p:cNvSpPr>
          <p:nvPr>
            <p:ph type="body" sz="quarter" idx="3"/>
          </p:nvPr>
        </p:nvSpPr>
        <p:spPr>
          <a:xfrm>
            <a:off x="3292475" y="24323675"/>
            <a:ext cx="26333450" cy="23042563"/>
          </a:xfrm>
          <a:prstGeom prst="rect">
            <a:avLst/>
          </a:prstGeom>
        </p:spPr>
        <p:txBody>
          <a:bodyPr vert="horz" wrap="square" lIns="91440" tIns="45720" rIns="91440" bIns="45720" numCol="1" anchor="t" anchorCtr="0" compatLnSpc="1">
            <a:prstTxWarp prst="textNoShape">
              <a:avLst/>
            </a:prstTxWarp>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3CA1E974-77D7-5808-8400-2F0536208E5B}"/>
              </a:ext>
            </a:extLst>
          </p:cNvPr>
          <p:cNvSpPr>
            <a:spLocks noGrp="1"/>
          </p:cNvSpPr>
          <p:nvPr>
            <p:ph type="ftr" sz="quarter" idx="4"/>
          </p:nvPr>
        </p:nvSpPr>
        <p:spPr>
          <a:xfrm>
            <a:off x="0" y="48637825"/>
            <a:ext cx="14265275" cy="2559050"/>
          </a:xfrm>
          <a:prstGeom prst="rect">
            <a:avLst/>
          </a:prstGeom>
        </p:spPr>
        <p:txBody>
          <a:bodyPr vert="horz" wrap="square" lIns="91440" tIns="45720" rIns="91440" bIns="45720" numCol="1" anchor="b" anchorCtr="0" compatLnSpc="1">
            <a:prstTxWarp prst="textNoShape">
              <a:avLst/>
            </a:prstTxWarp>
          </a:bodyPr>
          <a:lstStyle>
            <a:lvl1pPr>
              <a:defRPr sz="1200">
                <a:latin typeface="Calibri"/>
                <a:ea typeface="ＭＳ Ｐゴシック" charset="0"/>
                <a:cs typeface="ＭＳ Ｐゴシック" charset="0"/>
              </a:defRPr>
            </a:lvl1pPr>
          </a:lstStyle>
          <a:p>
            <a:pPr>
              <a:defRPr/>
            </a:pPr>
            <a:endParaRPr lang="en-US" dirty="0"/>
          </a:p>
        </p:txBody>
      </p:sp>
      <p:sp>
        <p:nvSpPr>
          <p:cNvPr id="7" name="Slide Number Placeholder 6">
            <a:extLst>
              <a:ext uri="{FF2B5EF4-FFF2-40B4-BE49-F238E27FC236}">
                <a16:creationId xmlns:a16="http://schemas.microsoft.com/office/drawing/2014/main" id="{02445726-0523-B495-70C5-E9D359E6C8AE}"/>
              </a:ext>
            </a:extLst>
          </p:cNvPr>
          <p:cNvSpPr>
            <a:spLocks noGrp="1"/>
          </p:cNvSpPr>
          <p:nvPr>
            <p:ph type="sldNum" sz="quarter" idx="5"/>
          </p:nvPr>
        </p:nvSpPr>
        <p:spPr>
          <a:xfrm>
            <a:off x="18646775" y="48637825"/>
            <a:ext cx="14263688" cy="2559050"/>
          </a:xfrm>
          <a:prstGeom prst="rect">
            <a:avLst/>
          </a:prstGeom>
        </p:spPr>
        <p:txBody>
          <a:bodyPr vert="horz" wrap="square" lIns="91440" tIns="45720" rIns="91440" bIns="45720" numCol="1" anchor="b" anchorCtr="0" compatLnSpc="1">
            <a:prstTxWarp prst="textNoShape">
              <a:avLst/>
            </a:prstTxWarp>
          </a:bodyPr>
          <a:lstStyle>
            <a:lvl1pPr algn="r">
              <a:defRPr sz="1200">
                <a:latin typeface="Calibri" panose="020F0502020204030204" pitchFamily="34" charset="0"/>
              </a:defRPr>
            </a:lvl1pPr>
          </a:lstStyle>
          <a:p>
            <a:fld id="{A10B0FB6-6D1A-E64E-BA21-1213AE68C7E8}" type="slidenum">
              <a:rPr lang="en-US" altLang="en-US"/>
              <a:pPr/>
              <a:t>‹#›</a:t>
            </a:fld>
            <a:endParaRPr lang="en-US" altLang="en-US" dirty="0"/>
          </a:p>
        </p:txBody>
      </p:sp>
    </p:spTree>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defRPr sz="1200" kern="1200">
        <a:solidFill>
          <a:schemeClr val="tx1"/>
        </a:solidFill>
        <a:latin typeface="+mn-lt"/>
        <a:ea typeface="ＭＳ Ｐゴシック" pitchFamily="-111" charset="-128"/>
        <a:cs typeface="ＭＳ Ｐゴシック" pitchFamily="-111" charset="-128"/>
      </a:defRPr>
    </a:lvl1pPr>
    <a:lvl2pPr marL="457200" algn="l" defTabSz="457200" rtl="0" eaLnBrk="0" fontAlgn="base" hangingPunct="0">
      <a:spcBef>
        <a:spcPct val="30000"/>
      </a:spcBef>
      <a:spcAft>
        <a:spcPct val="0"/>
      </a:spcAft>
      <a:defRPr sz="1200" kern="1200">
        <a:solidFill>
          <a:schemeClr val="tx1"/>
        </a:solidFill>
        <a:latin typeface="+mn-lt"/>
        <a:ea typeface="ＭＳ Ｐゴシック" pitchFamily="-111" charset="-128"/>
        <a:cs typeface="ＭＳ Ｐゴシック" charset="0"/>
      </a:defRPr>
    </a:lvl2pPr>
    <a:lvl3pPr marL="914400" algn="l" defTabSz="457200" rtl="0" eaLnBrk="0" fontAlgn="base" hangingPunct="0">
      <a:spcBef>
        <a:spcPct val="30000"/>
      </a:spcBef>
      <a:spcAft>
        <a:spcPct val="0"/>
      </a:spcAft>
      <a:defRPr sz="1200" kern="1200">
        <a:solidFill>
          <a:schemeClr val="tx1"/>
        </a:solidFill>
        <a:latin typeface="+mn-lt"/>
        <a:ea typeface="ＭＳ Ｐゴシック" pitchFamily="-111" charset="-128"/>
        <a:cs typeface="ＭＳ Ｐゴシック" charset="0"/>
      </a:defRPr>
    </a:lvl3pPr>
    <a:lvl4pPr marL="1371600" algn="l" defTabSz="457200" rtl="0" eaLnBrk="0" fontAlgn="base" hangingPunct="0">
      <a:spcBef>
        <a:spcPct val="30000"/>
      </a:spcBef>
      <a:spcAft>
        <a:spcPct val="0"/>
      </a:spcAft>
      <a:defRPr sz="1200" kern="1200">
        <a:solidFill>
          <a:schemeClr val="tx1"/>
        </a:solidFill>
        <a:latin typeface="+mn-lt"/>
        <a:ea typeface="ＭＳ Ｐゴシック" pitchFamily="-111" charset="-128"/>
        <a:cs typeface="ＭＳ Ｐゴシック" charset="0"/>
      </a:defRPr>
    </a:lvl4pPr>
    <a:lvl5pPr marL="1828800" algn="l" defTabSz="457200" rtl="0" eaLnBrk="0" fontAlgn="base" hangingPunct="0">
      <a:spcBef>
        <a:spcPct val="30000"/>
      </a:spcBef>
      <a:spcAft>
        <a:spcPct val="0"/>
      </a:spcAft>
      <a:defRPr sz="1200" kern="1200">
        <a:solidFill>
          <a:schemeClr val="tx1"/>
        </a:solidFill>
        <a:latin typeface="+mn-lt"/>
        <a:ea typeface="ＭＳ Ｐゴシック" pitchFamily="-111" charset="-128"/>
        <a:cs typeface="ＭＳ Ｐゴシック" charset="0"/>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lide Image Placeholder 1">
            <a:extLst>
              <a:ext uri="{FF2B5EF4-FFF2-40B4-BE49-F238E27FC236}">
                <a16:creationId xmlns:a16="http://schemas.microsoft.com/office/drawing/2014/main" id="{80C4016E-7E02-BF7E-585E-E2F3978A9E70}"/>
              </a:ext>
            </a:extLst>
          </p:cNvPr>
          <p:cNvSpPr>
            <a:spLocks noGrp="1" noRot="1" noChangeAspect="1"/>
          </p:cNvSpPr>
          <p:nvPr>
            <p:ph type="sldImg"/>
          </p:nvPr>
        </p:nvSpPr>
        <p:spPr bwMode="auto">
          <a:xfrm>
            <a:off x="3657600" y="3840163"/>
            <a:ext cx="25603200" cy="192024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15362" name="Notes Placeholder 2">
            <a:extLst>
              <a:ext uri="{FF2B5EF4-FFF2-40B4-BE49-F238E27FC236}">
                <a16:creationId xmlns:a16="http://schemas.microsoft.com/office/drawing/2014/main" id="{32074B44-83F3-3174-8744-980A54FF6DC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en-US" sz="9600" dirty="0">
              <a:solidFill>
                <a:srgbClr val="000000"/>
              </a:solidFill>
              <a:ea typeface="ＭＳ Ｐゴシック" panose="020B0600070205080204" pitchFamily="34" charset="-128"/>
            </a:endParaRPr>
          </a:p>
        </p:txBody>
      </p:sp>
      <p:sp>
        <p:nvSpPr>
          <p:cNvPr id="15363" name="Slide Number Placeholder 3">
            <a:extLst>
              <a:ext uri="{FF2B5EF4-FFF2-40B4-BE49-F238E27FC236}">
                <a16:creationId xmlns:a16="http://schemas.microsoft.com/office/drawing/2014/main" id="{FEE2DBF1-2BAE-030A-B190-1F835088962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200">
                <a:solidFill>
                  <a:schemeClr val="tx1"/>
                </a:solidFill>
                <a:latin typeface="Helvetica" pitchFamily="2" charset="0"/>
                <a:ea typeface="ＭＳ Ｐゴシック" panose="020B0600070205080204" pitchFamily="34" charset="-128"/>
              </a:defRPr>
            </a:lvl1pPr>
            <a:lvl2pPr marL="742950" indent="-285750" eaLnBrk="0" hangingPunct="0">
              <a:defRPr sz="3200">
                <a:solidFill>
                  <a:schemeClr val="tx1"/>
                </a:solidFill>
                <a:latin typeface="Helvetica" pitchFamily="2" charset="0"/>
                <a:ea typeface="ＭＳ Ｐゴシック" panose="020B0600070205080204" pitchFamily="34" charset="-128"/>
              </a:defRPr>
            </a:lvl2pPr>
            <a:lvl3pPr marL="1143000" indent="-228600" eaLnBrk="0" hangingPunct="0">
              <a:defRPr sz="3200">
                <a:solidFill>
                  <a:schemeClr val="tx1"/>
                </a:solidFill>
                <a:latin typeface="Helvetica" pitchFamily="2" charset="0"/>
                <a:ea typeface="ＭＳ Ｐゴシック" panose="020B0600070205080204" pitchFamily="34" charset="-128"/>
              </a:defRPr>
            </a:lvl3pPr>
            <a:lvl4pPr marL="1600200" indent="-228600" eaLnBrk="0" hangingPunct="0">
              <a:defRPr sz="3200">
                <a:solidFill>
                  <a:schemeClr val="tx1"/>
                </a:solidFill>
                <a:latin typeface="Helvetica" pitchFamily="2" charset="0"/>
                <a:ea typeface="ＭＳ Ｐゴシック" panose="020B0600070205080204" pitchFamily="34" charset="-128"/>
              </a:defRPr>
            </a:lvl4pPr>
            <a:lvl5pPr marL="2057400" indent="-228600" eaLnBrk="0" hangingPunct="0">
              <a:defRPr sz="3200">
                <a:solidFill>
                  <a:schemeClr val="tx1"/>
                </a:solidFill>
                <a:latin typeface="Helvetica" pitchFamily="2" charset="0"/>
                <a:ea typeface="ＭＳ Ｐゴシック" panose="020B0600070205080204" pitchFamily="34" charset="-128"/>
              </a:defRPr>
            </a:lvl5pPr>
            <a:lvl6pPr marL="2514600" indent="-228600" eaLnBrk="0" fontAlgn="base" hangingPunct="0">
              <a:spcBef>
                <a:spcPct val="0"/>
              </a:spcBef>
              <a:spcAft>
                <a:spcPct val="0"/>
              </a:spcAft>
              <a:defRPr sz="3200">
                <a:solidFill>
                  <a:schemeClr val="tx1"/>
                </a:solidFill>
                <a:latin typeface="Helvetica" pitchFamily="2" charset="0"/>
                <a:ea typeface="ＭＳ Ｐゴシック" panose="020B0600070205080204" pitchFamily="34" charset="-128"/>
              </a:defRPr>
            </a:lvl6pPr>
            <a:lvl7pPr marL="2971800" indent="-228600" eaLnBrk="0" fontAlgn="base" hangingPunct="0">
              <a:spcBef>
                <a:spcPct val="0"/>
              </a:spcBef>
              <a:spcAft>
                <a:spcPct val="0"/>
              </a:spcAft>
              <a:defRPr sz="3200">
                <a:solidFill>
                  <a:schemeClr val="tx1"/>
                </a:solidFill>
                <a:latin typeface="Helvetica" pitchFamily="2" charset="0"/>
                <a:ea typeface="ＭＳ Ｐゴシック" panose="020B0600070205080204" pitchFamily="34" charset="-128"/>
              </a:defRPr>
            </a:lvl7pPr>
            <a:lvl8pPr marL="3429000" indent="-228600" eaLnBrk="0" fontAlgn="base" hangingPunct="0">
              <a:spcBef>
                <a:spcPct val="0"/>
              </a:spcBef>
              <a:spcAft>
                <a:spcPct val="0"/>
              </a:spcAft>
              <a:defRPr sz="3200">
                <a:solidFill>
                  <a:schemeClr val="tx1"/>
                </a:solidFill>
                <a:latin typeface="Helvetica" pitchFamily="2" charset="0"/>
                <a:ea typeface="ＭＳ Ｐゴシック" panose="020B0600070205080204" pitchFamily="34" charset="-128"/>
              </a:defRPr>
            </a:lvl8pPr>
            <a:lvl9pPr marL="3886200" indent="-228600" eaLnBrk="0" fontAlgn="base" hangingPunct="0">
              <a:spcBef>
                <a:spcPct val="0"/>
              </a:spcBef>
              <a:spcAft>
                <a:spcPct val="0"/>
              </a:spcAft>
              <a:defRPr sz="3200">
                <a:solidFill>
                  <a:schemeClr val="tx1"/>
                </a:solidFill>
                <a:latin typeface="Helvetica" pitchFamily="2" charset="0"/>
                <a:ea typeface="ＭＳ Ｐゴシック" panose="020B0600070205080204" pitchFamily="34" charset="-128"/>
              </a:defRPr>
            </a:lvl9pPr>
          </a:lstStyle>
          <a:p>
            <a:pPr eaLnBrk="1" hangingPunct="1"/>
            <a:fld id="{305E23D9-8A8A-8744-A46F-2BC06A586DEF}" type="slidenum">
              <a:rPr lang="en-US" altLang="en-US" sz="1200">
                <a:latin typeface="Calibri" panose="020F0502020204030204" pitchFamily="34" charset="0"/>
              </a:rPr>
              <a:pPr eaLnBrk="1" hangingPunct="1"/>
              <a:t>1</a:t>
            </a:fld>
            <a:endParaRPr lang="en-US" altLang="en-US" sz="1200" dirty="0">
              <a:latin typeface="Calibri" panose="020F050202020403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291570" y="10226675"/>
            <a:ext cx="37308064" cy="7054850"/>
          </a:xfrm>
        </p:spPr>
        <p:txBody>
          <a:bodyPr/>
          <a:lstStyle/>
          <a:p>
            <a:r>
              <a:rPr lang="en-US"/>
              <a:t>Click to edit Master title style</a:t>
            </a:r>
          </a:p>
        </p:txBody>
      </p:sp>
      <p:sp>
        <p:nvSpPr>
          <p:cNvPr id="3" name="Subtitle 2"/>
          <p:cNvSpPr>
            <a:spLocks noGrp="1"/>
          </p:cNvSpPr>
          <p:nvPr>
            <p:ph type="subTitle" idx="1"/>
          </p:nvPr>
        </p:nvSpPr>
        <p:spPr>
          <a:xfrm>
            <a:off x="6583136" y="18653126"/>
            <a:ext cx="30724929" cy="8413750"/>
          </a:xfrm>
        </p:spPr>
        <p:txBody>
          <a:bodyPr/>
          <a:lstStyle>
            <a:lvl1pPr marL="0" indent="0" algn="ctr">
              <a:buNone/>
              <a:defRPr/>
            </a:lvl1pPr>
            <a:lvl2pPr marL="391866" indent="0" algn="ctr">
              <a:buNone/>
              <a:defRPr/>
            </a:lvl2pPr>
            <a:lvl3pPr marL="783732" indent="0" algn="ctr">
              <a:buNone/>
              <a:defRPr/>
            </a:lvl3pPr>
            <a:lvl4pPr marL="1175598" indent="0" algn="ctr">
              <a:buNone/>
              <a:defRPr/>
            </a:lvl4pPr>
            <a:lvl5pPr marL="1567464" indent="0" algn="ctr">
              <a:buNone/>
              <a:defRPr/>
            </a:lvl5pPr>
            <a:lvl6pPr marL="1959331" indent="0" algn="ctr">
              <a:buNone/>
              <a:defRPr/>
            </a:lvl6pPr>
            <a:lvl7pPr marL="2351197" indent="0" algn="ctr">
              <a:buNone/>
              <a:defRPr/>
            </a:lvl7pPr>
            <a:lvl8pPr marL="2743063" indent="0" algn="ctr">
              <a:buNone/>
              <a:defRPr/>
            </a:lvl8pPr>
            <a:lvl9pPr marL="3134929" indent="0" algn="ctr">
              <a:buNone/>
              <a:defRPr/>
            </a:lvl9pPr>
          </a:lstStyle>
          <a:p>
            <a:r>
              <a:rPr lang="en-US"/>
              <a:t>Click to edit Master subtitle style</a:t>
            </a:r>
          </a:p>
        </p:txBody>
      </p:sp>
      <p:sp>
        <p:nvSpPr>
          <p:cNvPr id="4" name="Rectangle 4">
            <a:extLst>
              <a:ext uri="{FF2B5EF4-FFF2-40B4-BE49-F238E27FC236}">
                <a16:creationId xmlns:a16="http://schemas.microsoft.com/office/drawing/2014/main" id="{6E47FA77-3320-6816-DD9E-CA5861AF5815}"/>
              </a:ext>
            </a:extLst>
          </p:cNvPr>
          <p:cNvSpPr>
            <a:spLocks noGrp="1" noChangeArrowheads="1"/>
          </p:cNvSpPr>
          <p:nvPr>
            <p:ph type="dt" sz="half" idx="10"/>
          </p:nvPr>
        </p:nvSpPr>
        <p:spPr>
          <a:ln/>
        </p:spPr>
        <p:txBody>
          <a:bodyPr/>
          <a:lstStyle>
            <a:lvl1pPr>
              <a:defRPr/>
            </a:lvl1pPr>
          </a:lstStyle>
          <a:p>
            <a:pPr>
              <a:defRPr/>
            </a:pPr>
            <a:endParaRPr lang="en-US" dirty="0"/>
          </a:p>
        </p:txBody>
      </p:sp>
      <p:sp>
        <p:nvSpPr>
          <p:cNvPr id="5" name="Rectangle 5">
            <a:extLst>
              <a:ext uri="{FF2B5EF4-FFF2-40B4-BE49-F238E27FC236}">
                <a16:creationId xmlns:a16="http://schemas.microsoft.com/office/drawing/2014/main" id="{ABE07E52-070B-78DD-460E-B7A52EB0C6FB}"/>
              </a:ext>
            </a:extLst>
          </p:cNvPr>
          <p:cNvSpPr>
            <a:spLocks noGrp="1" noChangeArrowheads="1"/>
          </p:cNvSpPr>
          <p:nvPr>
            <p:ph type="ftr" sz="quarter" idx="11"/>
          </p:nvPr>
        </p:nvSpPr>
        <p:spPr>
          <a:ln/>
        </p:spPr>
        <p:txBody>
          <a:bodyPr/>
          <a:lstStyle>
            <a:lvl1pPr>
              <a:defRPr/>
            </a:lvl1pPr>
          </a:lstStyle>
          <a:p>
            <a:pPr>
              <a:defRPr/>
            </a:pPr>
            <a:endParaRPr lang="en-US" dirty="0"/>
          </a:p>
        </p:txBody>
      </p:sp>
      <p:sp>
        <p:nvSpPr>
          <p:cNvPr id="6" name="Rectangle 6">
            <a:extLst>
              <a:ext uri="{FF2B5EF4-FFF2-40B4-BE49-F238E27FC236}">
                <a16:creationId xmlns:a16="http://schemas.microsoft.com/office/drawing/2014/main" id="{E7F9742F-419F-3A20-B414-A4C6AA4DD6A2}"/>
              </a:ext>
            </a:extLst>
          </p:cNvPr>
          <p:cNvSpPr>
            <a:spLocks noGrp="1" noChangeArrowheads="1"/>
          </p:cNvSpPr>
          <p:nvPr>
            <p:ph type="sldNum" sz="quarter" idx="12"/>
          </p:nvPr>
        </p:nvSpPr>
        <p:spPr>
          <a:ln/>
        </p:spPr>
        <p:txBody>
          <a:bodyPr/>
          <a:lstStyle>
            <a:lvl1pPr>
              <a:defRPr/>
            </a:lvl1pPr>
          </a:lstStyle>
          <a:p>
            <a:fld id="{AE8FCE80-06FD-F947-AC9E-74B361E2DFAB}" type="slidenum">
              <a:rPr lang="en-US" altLang="en-US"/>
              <a:pPr/>
              <a:t>‹#›</a:t>
            </a:fld>
            <a:endParaRPr lang="en-US" altLang="en-US" dirty="0"/>
          </a:p>
        </p:txBody>
      </p:sp>
    </p:spTree>
    <p:extLst>
      <p:ext uri="{BB962C8B-B14F-4D97-AF65-F5344CB8AC3E}">
        <p14:creationId xmlns:p14="http://schemas.microsoft.com/office/powerpoint/2010/main" val="29034727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76926144-C9A6-C6E9-A7C4-E265C74494E5}"/>
              </a:ext>
            </a:extLst>
          </p:cNvPr>
          <p:cNvSpPr>
            <a:spLocks noGrp="1" noChangeArrowheads="1"/>
          </p:cNvSpPr>
          <p:nvPr>
            <p:ph type="dt" sz="half" idx="10"/>
          </p:nvPr>
        </p:nvSpPr>
        <p:spPr>
          <a:ln/>
        </p:spPr>
        <p:txBody>
          <a:bodyPr/>
          <a:lstStyle>
            <a:lvl1pPr>
              <a:defRPr/>
            </a:lvl1pPr>
          </a:lstStyle>
          <a:p>
            <a:pPr>
              <a:defRPr/>
            </a:pPr>
            <a:endParaRPr lang="en-US" dirty="0"/>
          </a:p>
        </p:txBody>
      </p:sp>
      <p:sp>
        <p:nvSpPr>
          <p:cNvPr id="5" name="Rectangle 5">
            <a:extLst>
              <a:ext uri="{FF2B5EF4-FFF2-40B4-BE49-F238E27FC236}">
                <a16:creationId xmlns:a16="http://schemas.microsoft.com/office/drawing/2014/main" id="{CD96CE93-F9B4-44C0-03ED-9053C6D949DD}"/>
              </a:ext>
            </a:extLst>
          </p:cNvPr>
          <p:cNvSpPr>
            <a:spLocks noGrp="1" noChangeArrowheads="1"/>
          </p:cNvSpPr>
          <p:nvPr>
            <p:ph type="ftr" sz="quarter" idx="11"/>
          </p:nvPr>
        </p:nvSpPr>
        <p:spPr>
          <a:ln/>
        </p:spPr>
        <p:txBody>
          <a:bodyPr/>
          <a:lstStyle>
            <a:lvl1pPr>
              <a:defRPr/>
            </a:lvl1pPr>
          </a:lstStyle>
          <a:p>
            <a:pPr>
              <a:defRPr/>
            </a:pPr>
            <a:endParaRPr lang="en-US" dirty="0"/>
          </a:p>
        </p:txBody>
      </p:sp>
      <p:sp>
        <p:nvSpPr>
          <p:cNvPr id="6" name="Rectangle 6">
            <a:extLst>
              <a:ext uri="{FF2B5EF4-FFF2-40B4-BE49-F238E27FC236}">
                <a16:creationId xmlns:a16="http://schemas.microsoft.com/office/drawing/2014/main" id="{C2C1B96A-B5A9-5D2A-9668-36B04A629B16}"/>
              </a:ext>
            </a:extLst>
          </p:cNvPr>
          <p:cNvSpPr>
            <a:spLocks noGrp="1" noChangeArrowheads="1"/>
          </p:cNvSpPr>
          <p:nvPr>
            <p:ph type="sldNum" sz="quarter" idx="12"/>
          </p:nvPr>
        </p:nvSpPr>
        <p:spPr>
          <a:ln/>
        </p:spPr>
        <p:txBody>
          <a:bodyPr/>
          <a:lstStyle>
            <a:lvl1pPr>
              <a:defRPr/>
            </a:lvl1pPr>
          </a:lstStyle>
          <a:p>
            <a:fld id="{1E6D51AF-6A7F-6348-AEBB-DC6D62E7EEF0}" type="slidenum">
              <a:rPr lang="en-US" altLang="en-US"/>
              <a:pPr/>
              <a:t>‹#›</a:t>
            </a:fld>
            <a:endParaRPr lang="en-US" altLang="en-US" dirty="0"/>
          </a:p>
        </p:txBody>
      </p:sp>
    </p:spTree>
    <p:extLst>
      <p:ext uri="{BB962C8B-B14F-4D97-AF65-F5344CB8AC3E}">
        <p14:creationId xmlns:p14="http://schemas.microsoft.com/office/powerpoint/2010/main" val="12112668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467101" y="21153439"/>
            <a:ext cx="37308064" cy="6537325"/>
          </a:xfrm>
        </p:spPr>
        <p:txBody>
          <a:bodyPr anchor="t"/>
          <a:lstStyle>
            <a:lvl1pPr algn="l">
              <a:defRPr sz="3428" b="1" cap="all"/>
            </a:lvl1pPr>
          </a:lstStyle>
          <a:p>
            <a:r>
              <a:rPr lang="en-US"/>
              <a:t>Click to edit Master title style</a:t>
            </a:r>
          </a:p>
        </p:txBody>
      </p:sp>
      <p:sp>
        <p:nvSpPr>
          <p:cNvPr id="3" name="Text Placeholder 2"/>
          <p:cNvSpPr>
            <a:spLocks noGrp="1"/>
          </p:cNvSpPr>
          <p:nvPr>
            <p:ph type="body" idx="1"/>
          </p:nvPr>
        </p:nvSpPr>
        <p:spPr>
          <a:xfrm>
            <a:off x="3467101" y="13952539"/>
            <a:ext cx="37308064" cy="7200900"/>
          </a:xfrm>
        </p:spPr>
        <p:txBody>
          <a:bodyPr anchor="b"/>
          <a:lstStyle>
            <a:lvl1pPr marL="0" indent="0">
              <a:buNone/>
              <a:defRPr sz="1714"/>
            </a:lvl1pPr>
            <a:lvl2pPr marL="391866" indent="0">
              <a:buNone/>
              <a:defRPr sz="1543"/>
            </a:lvl2pPr>
            <a:lvl3pPr marL="783732" indent="0">
              <a:buNone/>
              <a:defRPr sz="1371"/>
            </a:lvl3pPr>
            <a:lvl4pPr marL="1175598" indent="0">
              <a:buNone/>
              <a:defRPr sz="1200"/>
            </a:lvl4pPr>
            <a:lvl5pPr marL="1567464" indent="0">
              <a:buNone/>
              <a:defRPr sz="1200"/>
            </a:lvl5pPr>
            <a:lvl6pPr marL="1959331" indent="0">
              <a:buNone/>
              <a:defRPr sz="1200"/>
            </a:lvl6pPr>
            <a:lvl7pPr marL="2351197" indent="0">
              <a:buNone/>
              <a:defRPr sz="1200"/>
            </a:lvl7pPr>
            <a:lvl8pPr marL="2743063" indent="0">
              <a:buNone/>
              <a:defRPr sz="1200"/>
            </a:lvl8pPr>
            <a:lvl9pPr marL="3134929" indent="0">
              <a:buNone/>
              <a:defRPr sz="1200"/>
            </a:lvl9pPr>
          </a:lstStyle>
          <a:p>
            <a:pPr lvl="0"/>
            <a:r>
              <a:rPr lang="en-US"/>
              <a:t>Click to edit Master text styles</a:t>
            </a:r>
          </a:p>
        </p:txBody>
      </p:sp>
      <p:sp>
        <p:nvSpPr>
          <p:cNvPr id="4" name="Rectangle 4">
            <a:extLst>
              <a:ext uri="{FF2B5EF4-FFF2-40B4-BE49-F238E27FC236}">
                <a16:creationId xmlns:a16="http://schemas.microsoft.com/office/drawing/2014/main" id="{DB05D977-56DC-69DD-23AF-4ABF5DD4109C}"/>
              </a:ext>
            </a:extLst>
          </p:cNvPr>
          <p:cNvSpPr>
            <a:spLocks noGrp="1" noChangeArrowheads="1"/>
          </p:cNvSpPr>
          <p:nvPr>
            <p:ph type="dt" sz="half" idx="10"/>
          </p:nvPr>
        </p:nvSpPr>
        <p:spPr>
          <a:ln/>
        </p:spPr>
        <p:txBody>
          <a:bodyPr/>
          <a:lstStyle>
            <a:lvl1pPr>
              <a:defRPr/>
            </a:lvl1pPr>
          </a:lstStyle>
          <a:p>
            <a:pPr>
              <a:defRPr/>
            </a:pPr>
            <a:endParaRPr lang="en-US" dirty="0"/>
          </a:p>
        </p:txBody>
      </p:sp>
      <p:sp>
        <p:nvSpPr>
          <p:cNvPr id="5" name="Rectangle 5">
            <a:extLst>
              <a:ext uri="{FF2B5EF4-FFF2-40B4-BE49-F238E27FC236}">
                <a16:creationId xmlns:a16="http://schemas.microsoft.com/office/drawing/2014/main" id="{622F961F-A46C-8EDB-9B2E-082B353F67AB}"/>
              </a:ext>
            </a:extLst>
          </p:cNvPr>
          <p:cNvSpPr>
            <a:spLocks noGrp="1" noChangeArrowheads="1"/>
          </p:cNvSpPr>
          <p:nvPr>
            <p:ph type="ftr" sz="quarter" idx="11"/>
          </p:nvPr>
        </p:nvSpPr>
        <p:spPr>
          <a:ln/>
        </p:spPr>
        <p:txBody>
          <a:bodyPr/>
          <a:lstStyle>
            <a:lvl1pPr>
              <a:defRPr/>
            </a:lvl1pPr>
          </a:lstStyle>
          <a:p>
            <a:pPr>
              <a:defRPr/>
            </a:pPr>
            <a:endParaRPr lang="en-US" dirty="0"/>
          </a:p>
        </p:txBody>
      </p:sp>
      <p:sp>
        <p:nvSpPr>
          <p:cNvPr id="6" name="Rectangle 6">
            <a:extLst>
              <a:ext uri="{FF2B5EF4-FFF2-40B4-BE49-F238E27FC236}">
                <a16:creationId xmlns:a16="http://schemas.microsoft.com/office/drawing/2014/main" id="{1B8AD259-0697-D60D-E116-59C5B30EE5BD}"/>
              </a:ext>
            </a:extLst>
          </p:cNvPr>
          <p:cNvSpPr>
            <a:spLocks noGrp="1" noChangeArrowheads="1"/>
          </p:cNvSpPr>
          <p:nvPr>
            <p:ph type="sldNum" sz="quarter" idx="12"/>
          </p:nvPr>
        </p:nvSpPr>
        <p:spPr>
          <a:ln/>
        </p:spPr>
        <p:txBody>
          <a:bodyPr/>
          <a:lstStyle>
            <a:lvl1pPr>
              <a:defRPr/>
            </a:lvl1pPr>
          </a:lstStyle>
          <a:p>
            <a:fld id="{EC2CA73A-CD60-BA44-8592-EF34EDBC8827}" type="slidenum">
              <a:rPr lang="en-US" altLang="en-US"/>
              <a:pPr/>
              <a:t>‹#›</a:t>
            </a:fld>
            <a:endParaRPr lang="en-US" altLang="en-US" dirty="0"/>
          </a:p>
        </p:txBody>
      </p:sp>
    </p:spTree>
    <p:extLst>
      <p:ext uri="{BB962C8B-B14F-4D97-AF65-F5344CB8AC3E}">
        <p14:creationId xmlns:p14="http://schemas.microsoft.com/office/powerpoint/2010/main" val="91865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291570" y="9510714"/>
            <a:ext cx="18588717" cy="19750087"/>
          </a:xfrm>
        </p:spPr>
        <p:txBody>
          <a:bodyPr/>
          <a:lstStyle>
            <a:lvl1pPr>
              <a:defRPr sz="2400"/>
            </a:lvl1pPr>
            <a:lvl2pPr>
              <a:defRPr sz="2057"/>
            </a:lvl2pPr>
            <a:lvl3pPr>
              <a:defRPr sz="1714"/>
            </a:lvl3pPr>
            <a:lvl4pPr>
              <a:defRPr sz="1543"/>
            </a:lvl4pPr>
            <a:lvl5pPr>
              <a:defRPr sz="1543"/>
            </a:lvl5pPr>
            <a:lvl6pPr>
              <a:defRPr sz="1543"/>
            </a:lvl6pPr>
            <a:lvl7pPr>
              <a:defRPr sz="1543"/>
            </a:lvl7pPr>
            <a:lvl8pPr>
              <a:defRPr sz="1543"/>
            </a:lvl8pPr>
            <a:lvl9pPr>
              <a:defRPr sz="154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22010914" y="9510714"/>
            <a:ext cx="18588718" cy="19750087"/>
          </a:xfrm>
        </p:spPr>
        <p:txBody>
          <a:bodyPr/>
          <a:lstStyle>
            <a:lvl1pPr>
              <a:defRPr sz="2400"/>
            </a:lvl1pPr>
            <a:lvl2pPr>
              <a:defRPr sz="2057"/>
            </a:lvl2pPr>
            <a:lvl3pPr>
              <a:defRPr sz="1714"/>
            </a:lvl3pPr>
            <a:lvl4pPr>
              <a:defRPr sz="1543"/>
            </a:lvl4pPr>
            <a:lvl5pPr>
              <a:defRPr sz="1543"/>
            </a:lvl5pPr>
            <a:lvl6pPr>
              <a:defRPr sz="1543"/>
            </a:lvl6pPr>
            <a:lvl7pPr>
              <a:defRPr sz="1543"/>
            </a:lvl7pPr>
            <a:lvl8pPr>
              <a:defRPr sz="1543"/>
            </a:lvl8pPr>
            <a:lvl9pPr>
              <a:defRPr sz="154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734BB650-43DB-52ED-0C10-79A8B43C6993}"/>
              </a:ext>
            </a:extLst>
          </p:cNvPr>
          <p:cNvSpPr>
            <a:spLocks noGrp="1" noChangeArrowheads="1"/>
          </p:cNvSpPr>
          <p:nvPr>
            <p:ph type="dt" sz="half" idx="10"/>
          </p:nvPr>
        </p:nvSpPr>
        <p:spPr>
          <a:ln/>
        </p:spPr>
        <p:txBody>
          <a:bodyPr/>
          <a:lstStyle>
            <a:lvl1pPr>
              <a:defRPr/>
            </a:lvl1pPr>
          </a:lstStyle>
          <a:p>
            <a:pPr>
              <a:defRPr/>
            </a:pPr>
            <a:endParaRPr lang="en-US" dirty="0"/>
          </a:p>
        </p:txBody>
      </p:sp>
      <p:sp>
        <p:nvSpPr>
          <p:cNvPr id="6" name="Rectangle 5">
            <a:extLst>
              <a:ext uri="{FF2B5EF4-FFF2-40B4-BE49-F238E27FC236}">
                <a16:creationId xmlns:a16="http://schemas.microsoft.com/office/drawing/2014/main" id="{00EFE034-2CF5-FED6-F223-CD5B7D269BBA}"/>
              </a:ext>
            </a:extLst>
          </p:cNvPr>
          <p:cNvSpPr>
            <a:spLocks noGrp="1" noChangeArrowheads="1"/>
          </p:cNvSpPr>
          <p:nvPr>
            <p:ph type="ftr" sz="quarter" idx="11"/>
          </p:nvPr>
        </p:nvSpPr>
        <p:spPr>
          <a:ln/>
        </p:spPr>
        <p:txBody>
          <a:bodyPr/>
          <a:lstStyle>
            <a:lvl1pPr>
              <a:defRPr/>
            </a:lvl1pPr>
          </a:lstStyle>
          <a:p>
            <a:pPr>
              <a:defRPr/>
            </a:pPr>
            <a:endParaRPr lang="en-US" dirty="0"/>
          </a:p>
        </p:txBody>
      </p:sp>
      <p:sp>
        <p:nvSpPr>
          <p:cNvPr id="7" name="Rectangle 6">
            <a:extLst>
              <a:ext uri="{FF2B5EF4-FFF2-40B4-BE49-F238E27FC236}">
                <a16:creationId xmlns:a16="http://schemas.microsoft.com/office/drawing/2014/main" id="{FC1F0E23-8E4D-171B-5943-82666F547623}"/>
              </a:ext>
            </a:extLst>
          </p:cNvPr>
          <p:cNvSpPr>
            <a:spLocks noGrp="1" noChangeArrowheads="1"/>
          </p:cNvSpPr>
          <p:nvPr>
            <p:ph type="sldNum" sz="quarter" idx="12"/>
          </p:nvPr>
        </p:nvSpPr>
        <p:spPr>
          <a:ln/>
        </p:spPr>
        <p:txBody>
          <a:bodyPr/>
          <a:lstStyle>
            <a:lvl1pPr>
              <a:defRPr/>
            </a:lvl1pPr>
          </a:lstStyle>
          <a:p>
            <a:fld id="{1E3AB204-B9C2-CD44-A158-5074E941652E}" type="slidenum">
              <a:rPr lang="en-US" altLang="en-US"/>
              <a:pPr/>
              <a:t>‹#›</a:t>
            </a:fld>
            <a:endParaRPr lang="en-US" altLang="en-US" dirty="0"/>
          </a:p>
        </p:txBody>
      </p:sp>
    </p:spTree>
    <p:extLst>
      <p:ext uri="{BB962C8B-B14F-4D97-AF65-F5344CB8AC3E}">
        <p14:creationId xmlns:p14="http://schemas.microsoft.com/office/powerpoint/2010/main" val="33705341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194834" y="1317625"/>
            <a:ext cx="39501536" cy="54864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2194833" y="7369176"/>
            <a:ext cx="19392900" cy="3070225"/>
          </a:xfrm>
        </p:spPr>
        <p:txBody>
          <a:bodyPr anchor="b"/>
          <a:lstStyle>
            <a:lvl1pPr marL="0" indent="0">
              <a:buNone/>
              <a:defRPr sz="2057" b="1"/>
            </a:lvl1pPr>
            <a:lvl2pPr marL="391866" indent="0">
              <a:buNone/>
              <a:defRPr sz="1714" b="1"/>
            </a:lvl2pPr>
            <a:lvl3pPr marL="783732" indent="0">
              <a:buNone/>
              <a:defRPr sz="1543" b="1"/>
            </a:lvl3pPr>
            <a:lvl4pPr marL="1175598" indent="0">
              <a:buNone/>
              <a:defRPr sz="1371" b="1"/>
            </a:lvl4pPr>
            <a:lvl5pPr marL="1567464" indent="0">
              <a:buNone/>
              <a:defRPr sz="1371" b="1"/>
            </a:lvl5pPr>
            <a:lvl6pPr marL="1959331" indent="0">
              <a:buNone/>
              <a:defRPr sz="1371" b="1"/>
            </a:lvl6pPr>
            <a:lvl7pPr marL="2351197" indent="0">
              <a:buNone/>
              <a:defRPr sz="1371" b="1"/>
            </a:lvl7pPr>
            <a:lvl8pPr marL="2743063" indent="0">
              <a:buNone/>
              <a:defRPr sz="1371" b="1"/>
            </a:lvl8pPr>
            <a:lvl9pPr marL="3134929" indent="0">
              <a:buNone/>
              <a:defRPr sz="1371" b="1"/>
            </a:lvl9pPr>
          </a:lstStyle>
          <a:p>
            <a:pPr lvl="0"/>
            <a:r>
              <a:rPr lang="en-US"/>
              <a:t>Click to edit Master text styles</a:t>
            </a:r>
          </a:p>
        </p:txBody>
      </p:sp>
      <p:sp>
        <p:nvSpPr>
          <p:cNvPr id="4" name="Content Placeholder 3"/>
          <p:cNvSpPr>
            <a:spLocks noGrp="1"/>
          </p:cNvSpPr>
          <p:nvPr>
            <p:ph sz="half" idx="2"/>
          </p:nvPr>
        </p:nvSpPr>
        <p:spPr>
          <a:xfrm>
            <a:off x="2194833" y="10439401"/>
            <a:ext cx="19392900" cy="18965863"/>
          </a:xfrm>
        </p:spPr>
        <p:txBody>
          <a:bodyPr/>
          <a:lstStyle>
            <a:lvl1pPr>
              <a:defRPr sz="2057"/>
            </a:lvl1pPr>
            <a:lvl2pPr>
              <a:defRPr sz="1714"/>
            </a:lvl2pPr>
            <a:lvl3pPr>
              <a:defRPr sz="1543"/>
            </a:lvl3pPr>
            <a:lvl4pPr>
              <a:defRPr sz="1371"/>
            </a:lvl4pPr>
            <a:lvl5pPr>
              <a:defRPr sz="1371"/>
            </a:lvl5pPr>
            <a:lvl6pPr>
              <a:defRPr sz="1371"/>
            </a:lvl6pPr>
            <a:lvl7pPr>
              <a:defRPr sz="1371"/>
            </a:lvl7pPr>
            <a:lvl8pPr>
              <a:defRPr sz="1371"/>
            </a:lvl8pPr>
            <a:lvl9pPr>
              <a:defRPr sz="1371"/>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22296664" y="7369176"/>
            <a:ext cx="19399704" cy="3070225"/>
          </a:xfrm>
        </p:spPr>
        <p:txBody>
          <a:bodyPr anchor="b"/>
          <a:lstStyle>
            <a:lvl1pPr marL="0" indent="0">
              <a:buNone/>
              <a:defRPr sz="2057" b="1"/>
            </a:lvl1pPr>
            <a:lvl2pPr marL="391866" indent="0">
              <a:buNone/>
              <a:defRPr sz="1714" b="1"/>
            </a:lvl2pPr>
            <a:lvl3pPr marL="783732" indent="0">
              <a:buNone/>
              <a:defRPr sz="1543" b="1"/>
            </a:lvl3pPr>
            <a:lvl4pPr marL="1175598" indent="0">
              <a:buNone/>
              <a:defRPr sz="1371" b="1"/>
            </a:lvl4pPr>
            <a:lvl5pPr marL="1567464" indent="0">
              <a:buNone/>
              <a:defRPr sz="1371" b="1"/>
            </a:lvl5pPr>
            <a:lvl6pPr marL="1959331" indent="0">
              <a:buNone/>
              <a:defRPr sz="1371" b="1"/>
            </a:lvl6pPr>
            <a:lvl7pPr marL="2351197" indent="0">
              <a:buNone/>
              <a:defRPr sz="1371" b="1"/>
            </a:lvl7pPr>
            <a:lvl8pPr marL="2743063" indent="0">
              <a:buNone/>
              <a:defRPr sz="1371" b="1"/>
            </a:lvl8pPr>
            <a:lvl9pPr marL="3134929" indent="0">
              <a:buNone/>
              <a:defRPr sz="1371" b="1"/>
            </a:lvl9pPr>
          </a:lstStyle>
          <a:p>
            <a:pPr lvl="0"/>
            <a:r>
              <a:rPr lang="en-US"/>
              <a:t>Click to edit Master text styles</a:t>
            </a:r>
          </a:p>
        </p:txBody>
      </p:sp>
      <p:sp>
        <p:nvSpPr>
          <p:cNvPr id="6" name="Content Placeholder 5"/>
          <p:cNvSpPr>
            <a:spLocks noGrp="1"/>
          </p:cNvSpPr>
          <p:nvPr>
            <p:ph sz="quarter" idx="4"/>
          </p:nvPr>
        </p:nvSpPr>
        <p:spPr>
          <a:xfrm>
            <a:off x="22296664" y="10439401"/>
            <a:ext cx="19399704" cy="18965863"/>
          </a:xfrm>
        </p:spPr>
        <p:txBody>
          <a:bodyPr/>
          <a:lstStyle>
            <a:lvl1pPr>
              <a:defRPr sz="2057"/>
            </a:lvl1pPr>
            <a:lvl2pPr>
              <a:defRPr sz="1714"/>
            </a:lvl2pPr>
            <a:lvl3pPr>
              <a:defRPr sz="1543"/>
            </a:lvl3pPr>
            <a:lvl4pPr>
              <a:defRPr sz="1371"/>
            </a:lvl4pPr>
            <a:lvl5pPr>
              <a:defRPr sz="1371"/>
            </a:lvl5pPr>
            <a:lvl6pPr>
              <a:defRPr sz="1371"/>
            </a:lvl6pPr>
            <a:lvl7pPr>
              <a:defRPr sz="1371"/>
            </a:lvl7pPr>
            <a:lvl8pPr>
              <a:defRPr sz="1371"/>
            </a:lvl8pPr>
            <a:lvl9pPr>
              <a:defRPr sz="1371"/>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a:extLst>
              <a:ext uri="{FF2B5EF4-FFF2-40B4-BE49-F238E27FC236}">
                <a16:creationId xmlns:a16="http://schemas.microsoft.com/office/drawing/2014/main" id="{16FC37D7-E65C-0361-E617-9EBB53D2EBE6}"/>
              </a:ext>
            </a:extLst>
          </p:cNvPr>
          <p:cNvSpPr>
            <a:spLocks noGrp="1" noChangeArrowheads="1"/>
          </p:cNvSpPr>
          <p:nvPr>
            <p:ph type="dt" sz="half" idx="10"/>
          </p:nvPr>
        </p:nvSpPr>
        <p:spPr>
          <a:ln/>
        </p:spPr>
        <p:txBody>
          <a:bodyPr/>
          <a:lstStyle>
            <a:lvl1pPr>
              <a:defRPr/>
            </a:lvl1pPr>
          </a:lstStyle>
          <a:p>
            <a:pPr>
              <a:defRPr/>
            </a:pPr>
            <a:endParaRPr lang="en-US" dirty="0"/>
          </a:p>
        </p:txBody>
      </p:sp>
      <p:sp>
        <p:nvSpPr>
          <p:cNvPr id="8" name="Rectangle 5">
            <a:extLst>
              <a:ext uri="{FF2B5EF4-FFF2-40B4-BE49-F238E27FC236}">
                <a16:creationId xmlns:a16="http://schemas.microsoft.com/office/drawing/2014/main" id="{330AFFB6-BE3B-D8A7-2BCA-DFB72A440381}"/>
              </a:ext>
            </a:extLst>
          </p:cNvPr>
          <p:cNvSpPr>
            <a:spLocks noGrp="1" noChangeArrowheads="1"/>
          </p:cNvSpPr>
          <p:nvPr>
            <p:ph type="ftr" sz="quarter" idx="11"/>
          </p:nvPr>
        </p:nvSpPr>
        <p:spPr>
          <a:ln/>
        </p:spPr>
        <p:txBody>
          <a:bodyPr/>
          <a:lstStyle>
            <a:lvl1pPr>
              <a:defRPr/>
            </a:lvl1pPr>
          </a:lstStyle>
          <a:p>
            <a:pPr>
              <a:defRPr/>
            </a:pPr>
            <a:endParaRPr lang="en-US" dirty="0"/>
          </a:p>
        </p:txBody>
      </p:sp>
      <p:sp>
        <p:nvSpPr>
          <p:cNvPr id="9" name="Rectangle 6">
            <a:extLst>
              <a:ext uri="{FF2B5EF4-FFF2-40B4-BE49-F238E27FC236}">
                <a16:creationId xmlns:a16="http://schemas.microsoft.com/office/drawing/2014/main" id="{8452525B-664A-B5B4-8744-C1350804ECAD}"/>
              </a:ext>
            </a:extLst>
          </p:cNvPr>
          <p:cNvSpPr>
            <a:spLocks noGrp="1" noChangeArrowheads="1"/>
          </p:cNvSpPr>
          <p:nvPr>
            <p:ph type="sldNum" sz="quarter" idx="12"/>
          </p:nvPr>
        </p:nvSpPr>
        <p:spPr>
          <a:ln/>
        </p:spPr>
        <p:txBody>
          <a:bodyPr/>
          <a:lstStyle>
            <a:lvl1pPr>
              <a:defRPr/>
            </a:lvl1pPr>
          </a:lstStyle>
          <a:p>
            <a:fld id="{CA73CD3B-35F2-7C4E-AFF6-AEF1DE5A3DEC}" type="slidenum">
              <a:rPr lang="en-US" altLang="en-US"/>
              <a:pPr/>
              <a:t>‹#›</a:t>
            </a:fld>
            <a:endParaRPr lang="en-US" altLang="en-US" dirty="0"/>
          </a:p>
        </p:txBody>
      </p:sp>
    </p:spTree>
    <p:extLst>
      <p:ext uri="{BB962C8B-B14F-4D97-AF65-F5344CB8AC3E}">
        <p14:creationId xmlns:p14="http://schemas.microsoft.com/office/powerpoint/2010/main" val="38620036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a:extLst>
              <a:ext uri="{FF2B5EF4-FFF2-40B4-BE49-F238E27FC236}">
                <a16:creationId xmlns:a16="http://schemas.microsoft.com/office/drawing/2014/main" id="{DB9B7D81-6081-CEE9-DB96-92E675C15F0D}"/>
              </a:ext>
            </a:extLst>
          </p:cNvPr>
          <p:cNvSpPr>
            <a:spLocks noGrp="1" noChangeArrowheads="1"/>
          </p:cNvSpPr>
          <p:nvPr>
            <p:ph type="dt" sz="half" idx="10"/>
          </p:nvPr>
        </p:nvSpPr>
        <p:spPr>
          <a:ln/>
        </p:spPr>
        <p:txBody>
          <a:bodyPr/>
          <a:lstStyle>
            <a:lvl1pPr>
              <a:defRPr/>
            </a:lvl1pPr>
          </a:lstStyle>
          <a:p>
            <a:pPr>
              <a:defRPr/>
            </a:pPr>
            <a:endParaRPr lang="en-US" dirty="0"/>
          </a:p>
        </p:txBody>
      </p:sp>
      <p:sp>
        <p:nvSpPr>
          <p:cNvPr id="4" name="Rectangle 5">
            <a:extLst>
              <a:ext uri="{FF2B5EF4-FFF2-40B4-BE49-F238E27FC236}">
                <a16:creationId xmlns:a16="http://schemas.microsoft.com/office/drawing/2014/main" id="{0E1B8A8C-F412-DB46-C7FC-2C68375289A4}"/>
              </a:ext>
            </a:extLst>
          </p:cNvPr>
          <p:cNvSpPr>
            <a:spLocks noGrp="1" noChangeArrowheads="1"/>
          </p:cNvSpPr>
          <p:nvPr>
            <p:ph type="ftr" sz="quarter" idx="11"/>
          </p:nvPr>
        </p:nvSpPr>
        <p:spPr>
          <a:ln/>
        </p:spPr>
        <p:txBody>
          <a:bodyPr/>
          <a:lstStyle>
            <a:lvl1pPr>
              <a:defRPr/>
            </a:lvl1pPr>
          </a:lstStyle>
          <a:p>
            <a:pPr>
              <a:defRPr/>
            </a:pPr>
            <a:endParaRPr lang="en-US" dirty="0"/>
          </a:p>
        </p:txBody>
      </p:sp>
      <p:sp>
        <p:nvSpPr>
          <p:cNvPr id="5" name="Rectangle 6">
            <a:extLst>
              <a:ext uri="{FF2B5EF4-FFF2-40B4-BE49-F238E27FC236}">
                <a16:creationId xmlns:a16="http://schemas.microsoft.com/office/drawing/2014/main" id="{EAFD3E47-45E6-499A-7E2D-48EE319A509D}"/>
              </a:ext>
            </a:extLst>
          </p:cNvPr>
          <p:cNvSpPr>
            <a:spLocks noGrp="1" noChangeArrowheads="1"/>
          </p:cNvSpPr>
          <p:nvPr>
            <p:ph type="sldNum" sz="quarter" idx="12"/>
          </p:nvPr>
        </p:nvSpPr>
        <p:spPr>
          <a:ln/>
        </p:spPr>
        <p:txBody>
          <a:bodyPr/>
          <a:lstStyle>
            <a:lvl1pPr>
              <a:defRPr/>
            </a:lvl1pPr>
          </a:lstStyle>
          <a:p>
            <a:fld id="{7CCFFC70-1A3A-C34E-BC1F-2509DDC4E201}" type="slidenum">
              <a:rPr lang="en-US" altLang="en-US"/>
              <a:pPr/>
              <a:t>‹#›</a:t>
            </a:fld>
            <a:endParaRPr lang="en-US" altLang="en-US" dirty="0"/>
          </a:p>
        </p:txBody>
      </p:sp>
    </p:spTree>
    <p:extLst>
      <p:ext uri="{BB962C8B-B14F-4D97-AF65-F5344CB8AC3E}">
        <p14:creationId xmlns:p14="http://schemas.microsoft.com/office/powerpoint/2010/main" val="31074887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675BF15E-A02D-D6D3-5D44-BA772F1C5F8F}"/>
              </a:ext>
            </a:extLst>
          </p:cNvPr>
          <p:cNvSpPr>
            <a:spLocks noGrp="1" noChangeArrowheads="1"/>
          </p:cNvSpPr>
          <p:nvPr>
            <p:ph type="dt" sz="half" idx="10"/>
          </p:nvPr>
        </p:nvSpPr>
        <p:spPr>
          <a:ln/>
        </p:spPr>
        <p:txBody>
          <a:bodyPr/>
          <a:lstStyle>
            <a:lvl1pPr>
              <a:defRPr/>
            </a:lvl1pPr>
          </a:lstStyle>
          <a:p>
            <a:pPr>
              <a:defRPr/>
            </a:pPr>
            <a:endParaRPr lang="en-US" dirty="0"/>
          </a:p>
        </p:txBody>
      </p:sp>
      <p:sp>
        <p:nvSpPr>
          <p:cNvPr id="3" name="Rectangle 5">
            <a:extLst>
              <a:ext uri="{FF2B5EF4-FFF2-40B4-BE49-F238E27FC236}">
                <a16:creationId xmlns:a16="http://schemas.microsoft.com/office/drawing/2014/main" id="{5ED63330-9206-58AE-7A13-2431C787AD6B}"/>
              </a:ext>
            </a:extLst>
          </p:cNvPr>
          <p:cNvSpPr>
            <a:spLocks noGrp="1" noChangeArrowheads="1"/>
          </p:cNvSpPr>
          <p:nvPr>
            <p:ph type="ftr" sz="quarter" idx="11"/>
          </p:nvPr>
        </p:nvSpPr>
        <p:spPr>
          <a:ln/>
        </p:spPr>
        <p:txBody>
          <a:bodyPr/>
          <a:lstStyle>
            <a:lvl1pPr>
              <a:defRPr/>
            </a:lvl1pPr>
          </a:lstStyle>
          <a:p>
            <a:pPr>
              <a:defRPr/>
            </a:pPr>
            <a:endParaRPr lang="en-US" dirty="0"/>
          </a:p>
        </p:txBody>
      </p:sp>
      <p:sp>
        <p:nvSpPr>
          <p:cNvPr id="4" name="Rectangle 6">
            <a:extLst>
              <a:ext uri="{FF2B5EF4-FFF2-40B4-BE49-F238E27FC236}">
                <a16:creationId xmlns:a16="http://schemas.microsoft.com/office/drawing/2014/main" id="{38C50FB4-67AD-23CB-7AD9-60646E2EA066}"/>
              </a:ext>
            </a:extLst>
          </p:cNvPr>
          <p:cNvSpPr>
            <a:spLocks noGrp="1" noChangeArrowheads="1"/>
          </p:cNvSpPr>
          <p:nvPr>
            <p:ph type="sldNum" sz="quarter" idx="12"/>
          </p:nvPr>
        </p:nvSpPr>
        <p:spPr>
          <a:ln/>
        </p:spPr>
        <p:txBody>
          <a:bodyPr/>
          <a:lstStyle>
            <a:lvl1pPr>
              <a:defRPr/>
            </a:lvl1pPr>
          </a:lstStyle>
          <a:p>
            <a:fld id="{2CBBE57B-8E99-9E43-A42C-815F4273A36C}" type="slidenum">
              <a:rPr lang="en-US" altLang="en-US"/>
              <a:pPr/>
              <a:t>‹#›</a:t>
            </a:fld>
            <a:endParaRPr lang="en-US" altLang="en-US" dirty="0"/>
          </a:p>
        </p:txBody>
      </p:sp>
    </p:spTree>
    <p:extLst>
      <p:ext uri="{BB962C8B-B14F-4D97-AF65-F5344CB8AC3E}">
        <p14:creationId xmlns:p14="http://schemas.microsoft.com/office/powerpoint/2010/main" val="36940201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94833" y="1311275"/>
            <a:ext cx="14439900" cy="5576888"/>
          </a:xfrm>
        </p:spPr>
        <p:txBody>
          <a:bodyPr anchor="b"/>
          <a:lstStyle>
            <a:lvl1pPr algn="l">
              <a:defRPr sz="1714" b="1"/>
            </a:lvl1pPr>
          </a:lstStyle>
          <a:p>
            <a:r>
              <a:rPr lang="en-US"/>
              <a:t>Click to edit Master title style</a:t>
            </a:r>
          </a:p>
        </p:txBody>
      </p:sp>
      <p:sp>
        <p:nvSpPr>
          <p:cNvPr id="3" name="Content Placeholder 2"/>
          <p:cNvSpPr>
            <a:spLocks noGrp="1"/>
          </p:cNvSpPr>
          <p:nvPr>
            <p:ph idx="1"/>
          </p:nvPr>
        </p:nvSpPr>
        <p:spPr>
          <a:xfrm>
            <a:off x="17159968" y="1311276"/>
            <a:ext cx="24536400" cy="28093988"/>
          </a:xfrm>
        </p:spPr>
        <p:txBody>
          <a:bodyPr/>
          <a:lstStyle>
            <a:lvl1pPr>
              <a:defRPr sz="2743"/>
            </a:lvl1pPr>
            <a:lvl2pPr>
              <a:defRPr sz="2400"/>
            </a:lvl2pPr>
            <a:lvl3pPr>
              <a:defRPr sz="2057"/>
            </a:lvl3pPr>
            <a:lvl4pPr>
              <a:defRPr sz="1714"/>
            </a:lvl4pPr>
            <a:lvl5pPr>
              <a:defRPr sz="1714"/>
            </a:lvl5pPr>
            <a:lvl6pPr>
              <a:defRPr sz="1714"/>
            </a:lvl6pPr>
            <a:lvl7pPr>
              <a:defRPr sz="1714"/>
            </a:lvl7pPr>
            <a:lvl8pPr>
              <a:defRPr sz="1714"/>
            </a:lvl8pPr>
            <a:lvl9pPr>
              <a:defRPr sz="1714"/>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2194833" y="6888163"/>
            <a:ext cx="14439900" cy="22517100"/>
          </a:xfrm>
        </p:spPr>
        <p:txBody>
          <a:bodyPr/>
          <a:lstStyle>
            <a:lvl1pPr marL="0" indent="0">
              <a:buNone/>
              <a:defRPr sz="1200"/>
            </a:lvl1pPr>
            <a:lvl2pPr marL="391866" indent="0">
              <a:buNone/>
              <a:defRPr sz="1029"/>
            </a:lvl2pPr>
            <a:lvl3pPr marL="783732" indent="0">
              <a:buNone/>
              <a:defRPr sz="857"/>
            </a:lvl3pPr>
            <a:lvl4pPr marL="1175598" indent="0">
              <a:buNone/>
              <a:defRPr sz="771"/>
            </a:lvl4pPr>
            <a:lvl5pPr marL="1567464" indent="0">
              <a:buNone/>
              <a:defRPr sz="771"/>
            </a:lvl5pPr>
            <a:lvl6pPr marL="1959331" indent="0">
              <a:buNone/>
              <a:defRPr sz="771"/>
            </a:lvl6pPr>
            <a:lvl7pPr marL="2351197" indent="0">
              <a:buNone/>
              <a:defRPr sz="771"/>
            </a:lvl7pPr>
            <a:lvl8pPr marL="2743063" indent="0">
              <a:buNone/>
              <a:defRPr sz="771"/>
            </a:lvl8pPr>
            <a:lvl9pPr marL="3134929" indent="0">
              <a:buNone/>
              <a:defRPr sz="771"/>
            </a:lvl9pPr>
          </a:lstStyle>
          <a:p>
            <a:pPr lvl="0"/>
            <a:r>
              <a:rPr lang="en-US"/>
              <a:t>Click to edit Master text styles</a:t>
            </a:r>
          </a:p>
        </p:txBody>
      </p:sp>
      <p:sp>
        <p:nvSpPr>
          <p:cNvPr id="5" name="Rectangle 4">
            <a:extLst>
              <a:ext uri="{FF2B5EF4-FFF2-40B4-BE49-F238E27FC236}">
                <a16:creationId xmlns:a16="http://schemas.microsoft.com/office/drawing/2014/main" id="{1A84B672-86A2-42B1-02F8-0AAF71EF854F}"/>
              </a:ext>
            </a:extLst>
          </p:cNvPr>
          <p:cNvSpPr>
            <a:spLocks noGrp="1" noChangeArrowheads="1"/>
          </p:cNvSpPr>
          <p:nvPr>
            <p:ph type="dt" sz="half" idx="10"/>
          </p:nvPr>
        </p:nvSpPr>
        <p:spPr>
          <a:ln/>
        </p:spPr>
        <p:txBody>
          <a:bodyPr/>
          <a:lstStyle>
            <a:lvl1pPr>
              <a:defRPr/>
            </a:lvl1pPr>
          </a:lstStyle>
          <a:p>
            <a:pPr>
              <a:defRPr/>
            </a:pPr>
            <a:endParaRPr lang="en-US" dirty="0"/>
          </a:p>
        </p:txBody>
      </p:sp>
      <p:sp>
        <p:nvSpPr>
          <p:cNvPr id="6" name="Rectangle 5">
            <a:extLst>
              <a:ext uri="{FF2B5EF4-FFF2-40B4-BE49-F238E27FC236}">
                <a16:creationId xmlns:a16="http://schemas.microsoft.com/office/drawing/2014/main" id="{A3CBAB7D-4FA3-2121-7943-6FE92D58E5BC}"/>
              </a:ext>
            </a:extLst>
          </p:cNvPr>
          <p:cNvSpPr>
            <a:spLocks noGrp="1" noChangeArrowheads="1"/>
          </p:cNvSpPr>
          <p:nvPr>
            <p:ph type="ftr" sz="quarter" idx="11"/>
          </p:nvPr>
        </p:nvSpPr>
        <p:spPr>
          <a:ln/>
        </p:spPr>
        <p:txBody>
          <a:bodyPr/>
          <a:lstStyle>
            <a:lvl1pPr>
              <a:defRPr/>
            </a:lvl1pPr>
          </a:lstStyle>
          <a:p>
            <a:pPr>
              <a:defRPr/>
            </a:pPr>
            <a:endParaRPr lang="en-US" dirty="0"/>
          </a:p>
        </p:txBody>
      </p:sp>
      <p:sp>
        <p:nvSpPr>
          <p:cNvPr id="7" name="Rectangle 6">
            <a:extLst>
              <a:ext uri="{FF2B5EF4-FFF2-40B4-BE49-F238E27FC236}">
                <a16:creationId xmlns:a16="http://schemas.microsoft.com/office/drawing/2014/main" id="{53E07F56-EA4E-3C16-352A-704699CF2FE1}"/>
              </a:ext>
            </a:extLst>
          </p:cNvPr>
          <p:cNvSpPr>
            <a:spLocks noGrp="1" noChangeArrowheads="1"/>
          </p:cNvSpPr>
          <p:nvPr>
            <p:ph type="sldNum" sz="quarter" idx="12"/>
          </p:nvPr>
        </p:nvSpPr>
        <p:spPr>
          <a:ln/>
        </p:spPr>
        <p:txBody>
          <a:bodyPr/>
          <a:lstStyle>
            <a:lvl1pPr>
              <a:defRPr/>
            </a:lvl1pPr>
          </a:lstStyle>
          <a:p>
            <a:fld id="{CC3CD7FB-53C1-564F-9ED9-A85E7CA12F9D}" type="slidenum">
              <a:rPr lang="en-US" altLang="en-US"/>
              <a:pPr/>
              <a:t>‹#›</a:t>
            </a:fld>
            <a:endParaRPr lang="en-US" altLang="en-US" dirty="0"/>
          </a:p>
        </p:txBody>
      </p:sp>
    </p:spTree>
    <p:extLst>
      <p:ext uri="{BB962C8B-B14F-4D97-AF65-F5344CB8AC3E}">
        <p14:creationId xmlns:p14="http://schemas.microsoft.com/office/powerpoint/2010/main" val="10780396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02437" y="23042563"/>
            <a:ext cx="26335264" cy="2720975"/>
          </a:xfrm>
        </p:spPr>
        <p:txBody>
          <a:bodyPr anchor="b"/>
          <a:lstStyle>
            <a:lvl1pPr algn="l">
              <a:defRPr sz="1714" b="1"/>
            </a:lvl1pPr>
          </a:lstStyle>
          <a:p>
            <a:r>
              <a:rPr lang="en-US"/>
              <a:t>Click to edit Master title style</a:t>
            </a:r>
          </a:p>
        </p:txBody>
      </p:sp>
      <p:sp>
        <p:nvSpPr>
          <p:cNvPr id="3" name="Picture Placeholder 2"/>
          <p:cNvSpPr>
            <a:spLocks noGrp="1"/>
          </p:cNvSpPr>
          <p:nvPr>
            <p:ph type="pic" idx="1"/>
          </p:nvPr>
        </p:nvSpPr>
        <p:spPr>
          <a:xfrm>
            <a:off x="8602437" y="2941639"/>
            <a:ext cx="26335264" cy="19750087"/>
          </a:xfrm>
        </p:spPr>
        <p:txBody>
          <a:bodyPr/>
          <a:lstStyle>
            <a:lvl1pPr marL="0" indent="0">
              <a:buNone/>
              <a:defRPr sz="2743"/>
            </a:lvl1pPr>
            <a:lvl2pPr marL="391866" indent="0">
              <a:buNone/>
              <a:defRPr sz="2400"/>
            </a:lvl2pPr>
            <a:lvl3pPr marL="783732" indent="0">
              <a:buNone/>
              <a:defRPr sz="2057"/>
            </a:lvl3pPr>
            <a:lvl4pPr marL="1175598" indent="0">
              <a:buNone/>
              <a:defRPr sz="1714"/>
            </a:lvl4pPr>
            <a:lvl5pPr marL="1567464" indent="0">
              <a:buNone/>
              <a:defRPr sz="1714"/>
            </a:lvl5pPr>
            <a:lvl6pPr marL="1959331" indent="0">
              <a:buNone/>
              <a:defRPr sz="1714"/>
            </a:lvl6pPr>
            <a:lvl7pPr marL="2351197" indent="0">
              <a:buNone/>
              <a:defRPr sz="1714"/>
            </a:lvl7pPr>
            <a:lvl8pPr marL="2743063" indent="0">
              <a:buNone/>
              <a:defRPr sz="1714"/>
            </a:lvl8pPr>
            <a:lvl9pPr marL="3134929" indent="0">
              <a:buNone/>
              <a:defRPr sz="1714"/>
            </a:lvl9pPr>
          </a:lstStyle>
          <a:p>
            <a:pPr lvl="0"/>
            <a:endParaRPr lang="en-US" noProof="0" dirty="0"/>
          </a:p>
        </p:txBody>
      </p:sp>
      <p:sp>
        <p:nvSpPr>
          <p:cNvPr id="4" name="Text Placeholder 3"/>
          <p:cNvSpPr>
            <a:spLocks noGrp="1"/>
          </p:cNvSpPr>
          <p:nvPr>
            <p:ph type="body" sz="half" idx="2"/>
          </p:nvPr>
        </p:nvSpPr>
        <p:spPr>
          <a:xfrm>
            <a:off x="8602437" y="25763539"/>
            <a:ext cx="26335264" cy="3862387"/>
          </a:xfrm>
        </p:spPr>
        <p:txBody>
          <a:bodyPr/>
          <a:lstStyle>
            <a:lvl1pPr marL="0" indent="0">
              <a:buNone/>
              <a:defRPr sz="1200"/>
            </a:lvl1pPr>
            <a:lvl2pPr marL="391866" indent="0">
              <a:buNone/>
              <a:defRPr sz="1029"/>
            </a:lvl2pPr>
            <a:lvl3pPr marL="783732" indent="0">
              <a:buNone/>
              <a:defRPr sz="857"/>
            </a:lvl3pPr>
            <a:lvl4pPr marL="1175598" indent="0">
              <a:buNone/>
              <a:defRPr sz="771"/>
            </a:lvl4pPr>
            <a:lvl5pPr marL="1567464" indent="0">
              <a:buNone/>
              <a:defRPr sz="771"/>
            </a:lvl5pPr>
            <a:lvl6pPr marL="1959331" indent="0">
              <a:buNone/>
              <a:defRPr sz="771"/>
            </a:lvl6pPr>
            <a:lvl7pPr marL="2351197" indent="0">
              <a:buNone/>
              <a:defRPr sz="771"/>
            </a:lvl7pPr>
            <a:lvl8pPr marL="2743063" indent="0">
              <a:buNone/>
              <a:defRPr sz="771"/>
            </a:lvl8pPr>
            <a:lvl9pPr marL="3134929" indent="0">
              <a:buNone/>
              <a:defRPr sz="771"/>
            </a:lvl9pPr>
          </a:lstStyle>
          <a:p>
            <a:pPr lvl="0"/>
            <a:r>
              <a:rPr lang="en-US"/>
              <a:t>Click to edit Master text styles</a:t>
            </a:r>
          </a:p>
        </p:txBody>
      </p:sp>
      <p:sp>
        <p:nvSpPr>
          <p:cNvPr id="5" name="Rectangle 4">
            <a:extLst>
              <a:ext uri="{FF2B5EF4-FFF2-40B4-BE49-F238E27FC236}">
                <a16:creationId xmlns:a16="http://schemas.microsoft.com/office/drawing/2014/main" id="{D17E2224-1E5E-4E36-92C8-2656A473BA98}"/>
              </a:ext>
            </a:extLst>
          </p:cNvPr>
          <p:cNvSpPr>
            <a:spLocks noGrp="1" noChangeArrowheads="1"/>
          </p:cNvSpPr>
          <p:nvPr>
            <p:ph type="dt" sz="half" idx="10"/>
          </p:nvPr>
        </p:nvSpPr>
        <p:spPr>
          <a:ln/>
        </p:spPr>
        <p:txBody>
          <a:bodyPr/>
          <a:lstStyle>
            <a:lvl1pPr>
              <a:defRPr/>
            </a:lvl1pPr>
          </a:lstStyle>
          <a:p>
            <a:pPr>
              <a:defRPr/>
            </a:pPr>
            <a:endParaRPr lang="en-US" dirty="0"/>
          </a:p>
        </p:txBody>
      </p:sp>
      <p:sp>
        <p:nvSpPr>
          <p:cNvPr id="6" name="Rectangle 5">
            <a:extLst>
              <a:ext uri="{FF2B5EF4-FFF2-40B4-BE49-F238E27FC236}">
                <a16:creationId xmlns:a16="http://schemas.microsoft.com/office/drawing/2014/main" id="{983F41BA-297C-DC49-76A6-8E44B5C818D6}"/>
              </a:ext>
            </a:extLst>
          </p:cNvPr>
          <p:cNvSpPr>
            <a:spLocks noGrp="1" noChangeArrowheads="1"/>
          </p:cNvSpPr>
          <p:nvPr>
            <p:ph type="ftr" sz="quarter" idx="11"/>
          </p:nvPr>
        </p:nvSpPr>
        <p:spPr>
          <a:ln/>
        </p:spPr>
        <p:txBody>
          <a:bodyPr/>
          <a:lstStyle>
            <a:lvl1pPr>
              <a:defRPr/>
            </a:lvl1pPr>
          </a:lstStyle>
          <a:p>
            <a:pPr>
              <a:defRPr/>
            </a:pPr>
            <a:endParaRPr lang="en-US" dirty="0"/>
          </a:p>
        </p:txBody>
      </p:sp>
      <p:sp>
        <p:nvSpPr>
          <p:cNvPr id="7" name="Rectangle 6">
            <a:extLst>
              <a:ext uri="{FF2B5EF4-FFF2-40B4-BE49-F238E27FC236}">
                <a16:creationId xmlns:a16="http://schemas.microsoft.com/office/drawing/2014/main" id="{D6BC3DB0-06C8-BDB4-AA87-FDC33FD5BB6B}"/>
              </a:ext>
            </a:extLst>
          </p:cNvPr>
          <p:cNvSpPr>
            <a:spLocks noGrp="1" noChangeArrowheads="1"/>
          </p:cNvSpPr>
          <p:nvPr>
            <p:ph type="sldNum" sz="quarter" idx="12"/>
          </p:nvPr>
        </p:nvSpPr>
        <p:spPr>
          <a:ln/>
        </p:spPr>
        <p:txBody>
          <a:bodyPr/>
          <a:lstStyle>
            <a:lvl1pPr>
              <a:defRPr/>
            </a:lvl1pPr>
          </a:lstStyle>
          <a:p>
            <a:fld id="{85138FC0-E2DF-DF45-9719-2B12DAE4CB5A}" type="slidenum">
              <a:rPr lang="en-US" altLang="en-US"/>
              <a:pPr/>
              <a:t>‹#›</a:t>
            </a:fld>
            <a:endParaRPr lang="en-US" altLang="en-US" dirty="0"/>
          </a:p>
        </p:txBody>
      </p:sp>
    </p:spTree>
    <p:extLst>
      <p:ext uri="{BB962C8B-B14F-4D97-AF65-F5344CB8AC3E}">
        <p14:creationId xmlns:p14="http://schemas.microsoft.com/office/powerpoint/2010/main" val="26027367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B25E8B19-0584-ACE4-5683-DE11DD48D336}"/>
              </a:ext>
            </a:extLst>
          </p:cNvPr>
          <p:cNvSpPr>
            <a:spLocks noGrp="1" noChangeArrowheads="1"/>
          </p:cNvSpPr>
          <p:nvPr>
            <p:ph type="dt" sz="half" idx="10"/>
          </p:nvPr>
        </p:nvSpPr>
        <p:spPr>
          <a:ln/>
        </p:spPr>
        <p:txBody>
          <a:bodyPr/>
          <a:lstStyle>
            <a:lvl1pPr>
              <a:defRPr/>
            </a:lvl1pPr>
          </a:lstStyle>
          <a:p>
            <a:pPr>
              <a:defRPr/>
            </a:pPr>
            <a:endParaRPr lang="en-US" dirty="0"/>
          </a:p>
        </p:txBody>
      </p:sp>
      <p:sp>
        <p:nvSpPr>
          <p:cNvPr id="5" name="Rectangle 5">
            <a:extLst>
              <a:ext uri="{FF2B5EF4-FFF2-40B4-BE49-F238E27FC236}">
                <a16:creationId xmlns:a16="http://schemas.microsoft.com/office/drawing/2014/main" id="{848A45F6-8414-A6A6-2B1E-2BA95C329479}"/>
              </a:ext>
            </a:extLst>
          </p:cNvPr>
          <p:cNvSpPr>
            <a:spLocks noGrp="1" noChangeArrowheads="1"/>
          </p:cNvSpPr>
          <p:nvPr>
            <p:ph type="ftr" sz="quarter" idx="11"/>
          </p:nvPr>
        </p:nvSpPr>
        <p:spPr>
          <a:ln/>
        </p:spPr>
        <p:txBody>
          <a:bodyPr/>
          <a:lstStyle>
            <a:lvl1pPr>
              <a:defRPr/>
            </a:lvl1pPr>
          </a:lstStyle>
          <a:p>
            <a:pPr>
              <a:defRPr/>
            </a:pPr>
            <a:endParaRPr lang="en-US" dirty="0"/>
          </a:p>
        </p:txBody>
      </p:sp>
      <p:sp>
        <p:nvSpPr>
          <p:cNvPr id="6" name="Rectangle 6">
            <a:extLst>
              <a:ext uri="{FF2B5EF4-FFF2-40B4-BE49-F238E27FC236}">
                <a16:creationId xmlns:a16="http://schemas.microsoft.com/office/drawing/2014/main" id="{4409D727-C5F0-8345-CD42-F36632CC8C0A}"/>
              </a:ext>
            </a:extLst>
          </p:cNvPr>
          <p:cNvSpPr>
            <a:spLocks noGrp="1" noChangeArrowheads="1"/>
          </p:cNvSpPr>
          <p:nvPr>
            <p:ph type="sldNum" sz="quarter" idx="12"/>
          </p:nvPr>
        </p:nvSpPr>
        <p:spPr>
          <a:ln/>
        </p:spPr>
        <p:txBody>
          <a:bodyPr/>
          <a:lstStyle>
            <a:lvl1pPr>
              <a:defRPr/>
            </a:lvl1pPr>
          </a:lstStyle>
          <a:p>
            <a:fld id="{7A826921-3C78-0E4A-B9A7-99511736FD19}" type="slidenum">
              <a:rPr lang="en-US" altLang="en-US"/>
              <a:pPr/>
              <a:t>‹#›</a:t>
            </a:fld>
            <a:endParaRPr lang="en-US" altLang="en-US" dirty="0"/>
          </a:p>
        </p:txBody>
      </p:sp>
    </p:spTree>
    <p:extLst>
      <p:ext uri="{BB962C8B-B14F-4D97-AF65-F5344CB8AC3E}">
        <p14:creationId xmlns:p14="http://schemas.microsoft.com/office/powerpoint/2010/main" val="3623984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1273298" y="2925763"/>
            <a:ext cx="9326336" cy="2633503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291568" y="2925763"/>
            <a:ext cx="27851100" cy="2633503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7CA7B812-0D7F-4753-B7D0-A9B53C2E13D6}"/>
              </a:ext>
            </a:extLst>
          </p:cNvPr>
          <p:cNvSpPr>
            <a:spLocks noGrp="1" noChangeArrowheads="1"/>
          </p:cNvSpPr>
          <p:nvPr>
            <p:ph type="dt" sz="half" idx="10"/>
          </p:nvPr>
        </p:nvSpPr>
        <p:spPr>
          <a:ln/>
        </p:spPr>
        <p:txBody>
          <a:bodyPr/>
          <a:lstStyle>
            <a:lvl1pPr>
              <a:defRPr/>
            </a:lvl1pPr>
          </a:lstStyle>
          <a:p>
            <a:pPr>
              <a:defRPr/>
            </a:pPr>
            <a:endParaRPr lang="en-US" dirty="0"/>
          </a:p>
        </p:txBody>
      </p:sp>
      <p:sp>
        <p:nvSpPr>
          <p:cNvPr id="5" name="Rectangle 5">
            <a:extLst>
              <a:ext uri="{FF2B5EF4-FFF2-40B4-BE49-F238E27FC236}">
                <a16:creationId xmlns:a16="http://schemas.microsoft.com/office/drawing/2014/main" id="{F13F17A8-B525-1D15-AE59-0836A2E1740D}"/>
              </a:ext>
            </a:extLst>
          </p:cNvPr>
          <p:cNvSpPr>
            <a:spLocks noGrp="1" noChangeArrowheads="1"/>
          </p:cNvSpPr>
          <p:nvPr>
            <p:ph type="ftr" sz="quarter" idx="11"/>
          </p:nvPr>
        </p:nvSpPr>
        <p:spPr>
          <a:ln/>
        </p:spPr>
        <p:txBody>
          <a:bodyPr/>
          <a:lstStyle>
            <a:lvl1pPr>
              <a:defRPr/>
            </a:lvl1pPr>
          </a:lstStyle>
          <a:p>
            <a:pPr>
              <a:defRPr/>
            </a:pPr>
            <a:endParaRPr lang="en-US" dirty="0"/>
          </a:p>
        </p:txBody>
      </p:sp>
      <p:sp>
        <p:nvSpPr>
          <p:cNvPr id="6" name="Rectangle 6">
            <a:extLst>
              <a:ext uri="{FF2B5EF4-FFF2-40B4-BE49-F238E27FC236}">
                <a16:creationId xmlns:a16="http://schemas.microsoft.com/office/drawing/2014/main" id="{259F06A5-D88E-1636-B820-B8CC0005E8DB}"/>
              </a:ext>
            </a:extLst>
          </p:cNvPr>
          <p:cNvSpPr>
            <a:spLocks noGrp="1" noChangeArrowheads="1"/>
          </p:cNvSpPr>
          <p:nvPr>
            <p:ph type="sldNum" sz="quarter" idx="12"/>
          </p:nvPr>
        </p:nvSpPr>
        <p:spPr>
          <a:ln/>
        </p:spPr>
        <p:txBody>
          <a:bodyPr/>
          <a:lstStyle>
            <a:lvl1pPr>
              <a:defRPr/>
            </a:lvl1pPr>
          </a:lstStyle>
          <a:p>
            <a:fld id="{1B032435-5833-8243-B441-32925D841BE7}" type="slidenum">
              <a:rPr lang="en-US" altLang="en-US"/>
              <a:pPr/>
              <a:t>‹#›</a:t>
            </a:fld>
            <a:endParaRPr lang="en-US" altLang="en-US" dirty="0"/>
          </a:p>
        </p:txBody>
      </p:sp>
    </p:spTree>
    <p:extLst>
      <p:ext uri="{BB962C8B-B14F-4D97-AF65-F5344CB8AC3E}">
        <p14:creationId xmlns:p14="http://schemas.microsoft.com/office/powerpoint/2010/main" val="23063474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3AEB5770-56FA-FB0C-7AF8-8110D42B30CC}"/>
              </a:ext>
            </a:extLst>
          </p:cNvPr>
          <p:cNvSpPr>
            <a:spLocks noGrp="1" noChangeArrowheads="1"/>
          </p:cNvSpPr>
          <p:nvPr>
            <p:ph type="title"/>
          </p:nvPr>
        </p:nvSpPr>
        <p:spPr bwMode="auto">
          <a:xfrm>
            <a:off x="3291569" y="2926080"/>
            <a:ext cx="37308064" cy="548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07557" tIns="203779" rIns="407557" bIns="203779" numCol="1" anchor="ctr" anchorCtr="0" compatLnSpc="1">
            <a:prstTxWarp prst="textNoShape">
              <a:avLst/>
            </a:prstTxWarp>
          </a:bodyPr>
          <a:lstStyle/>
          <a:p>
            <a:pPr lvl="0"/>
            <a:r>
              <a:rPr lang="en-US" altLang="en-US"/>
              <a:t>Click to edit Master title style</a:t>
            </a:r>
          </a:p>
        </p:txBody>
      </p:sp>
      <p:sp>
        <p:nvSpPr>
          <p:cNvPr id="1027" name="Rectangle 3">
            <a:extLst>
              <a:ext uri="{FF2B5EF4-FFF2-40B4-BE49-F238E27FC236}">
                <a16:creationId xmlns:a16="http://schemas.microsoft.com/office/drawing/2014/main" id="{7AFDE3F5-C0E6-1DDF-3B2D-2BCC10AEBA0B}"/>
              </a:ext>
            </a:extLst>
          </p:cNvPr>
          <p:cNvSpPr>
            <a:spLocks noGrp="1" noChangeArrowheads="1"/>
          </p:cNvSpPr>
          <p:nvPr>
            <p:ph type="body" idx="1"/>
          </p:nvPr>
        </p:nvSpPr>
        <p:spPr bwMode="auto">
          <a:xfrm>
            <a:off x="3291569" y="9511393"/>
            <a:ext cx="37308064" cy="19749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07557" tIns="203779" rIns="407557" bIns="203779"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4">
            <a:extLst>
              <a:ext uri="{FF2B5EF4-FFF2-40B4-BE49-F238E27FC236}">
                <a16:creationId xmlns:a16="http://schemas.microsoft.com/office/drawing/2014/main" id="{C566CA7D-1291-D9DF-27A3-D83EEDD06757}"/>
              </a:ext>
            </a:extLst>
          </p:cNvPr>
          <p:cNvSpPr>
            <a:spLocks noGrp="1" noChangeArrowheads="1"/>
          </p:cNvSpPr>
          <p:nvPr>
            <p:ph type="dt" sz="half" idx="2"/>
          </p:nvPr>
        </p:nvSpPr>
        <p:spPr bwMode="auto">
          <a:xfrm>
            <a:off x="3291568" y="29992320"/>
            <a:ext cx="9144000" cy="2194560"/>
          </a:xfrm>
          <a:prstGeom prst="rect">
            <a:avLst/>
          </a:prstGeom>
          <a:noFill/>
          <a:ln w="9525">
            <a:noFill/>
            <a:miter lim="800000"/>
            <a:headEnd/>
            <a:tailEnd/>
          </a:ln>
          <a:effectLst/>
        </p:spPr>
        <p:txBody>
          <a:bodyPr vert="horz" wrap="square" lIns="407557" tIns="203779" rIns="407557" bIns="203779" numCol="1" anchor="t" anchorCtr="0" compatLnSpc="1">
            <a:prstTxWarp prst="textNoShape">
              <a:avLst/>
            </a:prstTxWarp>
          </a:bodyPr>
          <a:lstStyle>
            <a:lvl1pPr>
              <a:defRPr sz="5314">
                <a:latin typeface="Times New Roman" charset="0"/>
                <a:ea typeface="ＭＳ Ｐゴシック" charset="0"/>
                <a:cs typeface="ＭＳ Ｐゴシック" charset="0"/>
              </a:defRPr>
            </a:lvl1pPr>
          </a:lstStyle>
          <a:p>
            <a:pPr>
              <a:defRPr/>
            </a:pPr>
            <a:endParaRPr lang="en-US" dirty="0"/>
          </a:p>
        </p:txBody>
      </p:sp>
      <p:sp>
        <p:nvSpPr>
          <p:cNvPr id="1029" name="Rectangle 5">
            <a:extLst>
              <a:ext uri="{FF2B5EF4-FFF2-40B4-BE49-F238E27FC236}">
                <a16:creationId xmlns:a16="http://schemas.microsoft.com/office/drawing/2014/main" id="{6C0BBD47-C63A-6007-8495-2E8E0FE260DF}"/>
              </a:ext>
            </a:extLst>
          </p:cNvPr>
          <p:cNvSpPr>
            <a:spLocks noGrp="1" noChangeArrowheads="1"/>
          </p:cNvSpPr>
          <p:nvPr>
            <p:ph type="ftr" sz="quarter" idx="3"/>
          </p:nvPr>
        </p:nvSpPr>
        <p:spPr bwMode="auto">
          <a:xfrm>
            <a:off x="14996433" y="29992320"/>
            <a:ext cx="13898336" cy="2194560"/>
          </a:xfrm>
          <a:prstGeom prst="rect">
            <a:avLst/>
          </a:prstGeom>
          <a:noFill/>
          <a:ln w="9525">
            <a:noFill/>
            <a:miter lim="800000"/>
            <a:headEnd/>
            <a:tailEnd/>
          </a:ln>
          <a:effectLst/>
        </p:spPr>
        <p:txBody>
          <a:bodyPr vert="horz" wrap="square" lIns="407557" tIns="203779" rIns="407557" bIns="203779" numCol="1" anchor="t" anchorCtr="0" compatLnSpc="1">
            <a:prstTxWarp prst="textNoShape">
              <a:avLst/>
            </a:prstTxWarp>
          </a:bodyPr>
          <a:lstStyle>
            <a:lvl1pPr algn="ctr">
              <a:defRPr sz="5314">
                <a:latin typeface="Times New Roman" charset="0"/>
                <a:ea typeface="ＭＳ Ｐゴシック" charset="0"/>
                <a:cs typeface="ＭＳ Ｐゴシック" charset="0"/>
              </a:defRPr>
            </a:lvl1pPr>
          </a:lstStyle>
          <a:p>
            <a:pPr>
              <a:defRPr/>
            </a:pPr>
            <a:endParaRPr lang="en-US" dirty="0"/>
          </a:p>
        </p:txBody>
      </p:sp>
      <p:sp>
        <p:nvSpPr>
          <p:cNvPr id="1030" name="Rectangle 6">
            <a:extLst>
              <a:ext uri="{FF2B5EF4-FFF2-40B4-BE49-F238E27FC236}">
                <a16:creationId xmlns:a16="http://schemas.microsoft.com/office/drawing/2014/main" id="{F21E4265-4DB0-D59F-FFEE-DDB52A342FC9}"/>
              </a:ext>
            </a:extLst>
          </p:cNvPr>
          <p:cNvSpPr>
            <a:spLocks noGrp="1" noChangeArrowheads="1"/>
          </p:cNvSpPr>
          <p:nvPr>
            <p:ph type="sldNum" sz="quarter" idx="4"/>
          </p:nvPr>
        </p:nvSpPr>
        <p:spPr bwMode="auto">
          <a:xfrm>
            <a:off x="31455633" y="29992320"/>
            <a:ext cx="9144000" cy="2194560"/>
          </a:xfrm>
          <a:prstGeom prst="rect">
            <a:avLst/>
          </a:prstGeom>
          <a:noFill/>
          <a:ln w="9525">
            <a:noFill/>
            <a:miter lim="800000"/>
            <a:headEnd/>
            <a:tailEnd/>
          </a:ln>
          <a:effectLst/>
        </p:spPr>
        <p:txBody>
          <a:bodyPr vert="horz" wrap="square" lIns="407557" tIns="203779" rIns="407557" bIns="203779" numCol="1" anchor="t" anchorCtr="0" compatLnSpc="1">
            <a:prstTxWarp prst="textNoShape">
              <a:avLst/>
            </a:prstTxWarp>
          </a:bodyPr>
          <a:lstStyle>
            <a:lvl1pPr algn="r">
              <a:defRPr sz="5314">
                <a:latin typeface="Times New Roman" panose="02020603050405020304" pitchFamily="18" charset="0"/>
              </a:defRPr>
            </a:lvl1pPr>
          </a:lstStyle>
          <a:p>
            <a:fld id="{E512C659-9E24-1B43-AA3C-126942D65BFC}" type="slidenum">
              <a:rPr lang="en-US" altLang="en-US"/>
              <a:pPr/>
              <a:t>‹#›</a:t>
            </a:fld>
            <a:endParaRPr lang="en-US"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92779" rtl="0" eaLnBrk="0" fontAlgn="base" hangingPunct="0">
        <a:spcBef>
          <a:spcPct val="0"/>
        </a:spcBef>
        <a:spcAft>
          <a:spcPct val="0"/>
        </a:spcAft>
        <a:defRPr sz="16799">
          <a:solidFill>
            <a:schemeClr val="tx2"/>
          </a:solidFill>
          <a:latin typeface="+mj-lt"/>
          <a:ea typeface="ＭＳ Ｐゴシック" pitchFamily="-65" charset="-128"/>
          <a:cs typeface="ＭＳ Ｐゴシック" pitchFamily="-65" charset="-128"/>
        </a:defRPr>
      </a:lvl1pPr>
      <a:lvl2pPr algn="ctr" defTabSz="3492779" rtl="0" eaLnBrk="0" fontAlgn="base" hangingPunct="0">
        <a:spcBef>
          <a:spcPct val="0"/>
        </a:spcBef>
        <a:spcAft>
          <a:spcPct val="0"/>
        </a:spcAft>
        <a:defRPr sz="16799">
          <a:solidFill>
            <a:schemeClr val="tx2"/>
          </a:solidFill>
          <a:latin typeface="Times New Roman" pitchFamily="-65" charset="0"/>
          <a:ea typeface="ＭＳ Ｐゴシック" pitchFamily="-65" charset="-128"/>
          <a:cs typeface="ＭＳ Ｐゴシック" pitchFamily="-65" charset="-128"/>
        </a:defRPr>
      </a:lvl2pPr>
      <a:lvl3pPr algn="ctr" defTabSz="3492779" rtl="0" eaLnBrk="0" fontAlgn="base" hangingPunct="0">
        <a:spcBef>
          <a:spcPct val="0"/>
        </a:spcBef>
        <a:spcAft>
          <a:spcPct val="0"/>
        </a:spcAft>
        <a:defRPr sz="16799">
          <a:solidFill>
            <a:schemeClr val="tx2"/>
          </a:solidFill>
          <a:latin typeface="Times New Roman" pitchFamily="-65" charset="0"/>
          <a:ea typeface="ＭＳ Ｐゴシック" pitchFamily="-65" charset="-128"/>
          <a:cs typeface="ＭＳ Ｐゴシック" pitchFamily="-65" charset="-128"/>
        </a:defRPr>
      </a:lvl3pPr>
      <a:lvl4pPr algn="ctr" defTabSz="3492779" rtl="0" eaLnBrk="0" fontAlgn="base" hangingPunct="0">
        <a:spcBef>
          <a:spcPct val="0"/>
        </a:spcBef>
        <a:spcAft>
          <a:spcPct val="0"/>
        </a:spcAft>
        <a:defRPr sz="16799">
          <a:solidFill>
            <a:schemeClr val="tx2"/>
          </a:solidFill>
          <a:latin typeface="Times New Roman" pitchFamily="-65" charset="0"/>
          <a:ea typeface="ＭＳ Ｐゴシック" pitchFamily="-65" charset="-128"/>
          <a:cs typeface="ＭＳ Ｐゴシック" pitchFamily="-65" charset="-128"/>
        </a:defRPr>
      </a:lvl4pPr>
      <a:lvl5pPr algn="ctr" defTabSz="3492779" rtl="0" eaLnBrk="0" fontAlgn="base" hangingPunct="0">
        <a:spcBef>
          <a:spcPct val="0"/>
        </a:spcBef>
        <a:spcAft>
          <a:spcPct val="0"/>
        </a:spcAft>
        <a:defRPr sz="16799">
          <a:solidFill>
            <a:schemeClr val="tx2"/>
          </a:solidFill>
          <a:latin typeface="Times New Roman" pitchFamily="-65" charset="0"/>
          <a:ea typeface="ＭＳ Ｐゴシック" pitchFamily="-65" charset="-128"/>
          <a:cs typeface="ＭＳ Ｐゴシック" pitchFamily="-65" charset="-128"/>
        </a:defRPr>
      </a:lvl5pPr>
      <a:lvl6pPr marL="391866" algn="ctr" defTabSz="3492779" rtl="0" fontAlgn="base">
        <a:spcBef>
          <a:spcPct val="0"/>
        </a:spcBef>
        <a:spcAft>
          <a:spcPct val="0"/>
        </a:spcAft>
        <a:defRPr sz="16799">
          <a:solidFill>
            <a:schemeClr val="tx2"/>
          </a:solidFill>
          <a:latin typeface="Times New Roman" pitchFamily="-65" charset="0"/>
        </a:defRPr>
      </a:lvl6pPr>
      <a:lvl7pPr marL="783732" algn="ctr" defTabSz="3492779" rtl="0" fontAlgn="base">
        <a:spcBef>
          <a:spcPct val="0"/>
        </a:spcBef>
        <a:spcAft>
          <a:spcPct val="0"/>
        </a:spcAft>
        <a:defRPr sz="16799">
          <a:solidFill>
            <a:schemeClr val="tx2"/>
          </a:solidFill>
          <a:latin typeface="Times New Roman" pitchFamily="-65" charset="0"/>
        </a:defRPr>
      </a:lvl7pPr>
      <a:lvl8pPr marL="1175598" algn="ctr" defTabSz="3492779" rtl="0" fontAlgn="base">
        <a:spcBef>
          <a:spcPct val="0"/>
        </a:spcBef>
        <a:spcAft>
          <a:spcPct val="0"/>
        </a:spcAft>
        <a:defRPr sz="16799">
          <a:solidFill>
            <a:schemeClr val="tx2"/>
          </a:solidFill>
          <a:latin typeface="Times New Roman" pitchFamily="-65" charset="0"/>
        </a:defRPr>
      </a:lvl8pPr>
      <a:lvl9pPr marL="1567464" algn="ctr" defTabSz="3492779" rtl="0" fontAlgn="base">
        <a:spcBef>
          <a:spcPct val="0"/>
        </a:spcBef>
        <a:spcAft>
          <a:spcPct val="0"/>
        </a:spcAft>
        <a:defRPr sz="16799">
          <a:solidFill>
            <a:schemeClr val="tx2"/>
          </a:solidFill>
          <a:latin typeface="Times New Roman" pitchFamily="-65" charset="0"/>
        </a:defRPr>
      </a:lvl9pPr>
    </p:titleStyle>
    <p:bodyStyle>
      <a:lvl1pPr marL="1310303" indent="-1310303" algn="l" defTabSz="3492779" rtl="0" eaLnBrk="0" fontAlgn="base" hangingPunct="0">
        <a:spcBef>
          <a:spcPct val="20000"/>
        </a:spcBef>
        <a:spcAft>
          <a:spcPct val="0"/>
        </a:spcAft>
        <a:buChar char="•"/>
        <a:defRPr sz="12257">
          <a:solidFill>
            <a:schemeClr val="tx1"/>
          </a:solidFill>
          <a:latin typeface="+mn-lt"/>
          <a:ea typeface="ＭＳ Ｐゴシック" pitchFamily="-65" charset="-128"/>
          <a:cs typeface="ＭＳ Ｐゴシック" pitchFamily="-65" charset="-128"/>
        </a:defRPr>
      </a:lvl1pPr>
      <a:lvl2pPr marL="2838308" indent="-1091238" algn="l" defTabSz="3492779" rtl="0" eaLnBrk="0" fontAlgn="base" hangingPunct="0">
        <a:spcBef>
          <a:spcPct val="20000"/>
        </a:spcBef>
        <a:spcAft>
          <a:spcPct val="0"/>
        </a:spcAft>
        <a:buChar char="–"/>
        <a:defRPr sz="10714">
          <a:solidFill>
            <a:schemeClr val="tx1"/>
          </a:solidFill>
          <a:latin typeface="+mn-lt"/>
          <a:ea typeface="ＭＳ Ｐゴシック" pitchFamily="-65" charset="-128"/>
          <a:cs typeface="ＭＳ Ｐゴシック" charset="0"/>
        </a:defRPr>
      </a:lvl2pPr>
      <a:lvl3pPr marL="4366314" indent="-873535" algn="l" defTabSz="3492779" rtl="0" eaLnBrk="0" fontAlgn="base" hangingPunct="0">
        <a:spcBef>
          <a:spcPct val="20000"/>
        </a:spcBef>
        <a:spcAft>
          <a:spcPct val="0"/>
        </a:spcAft>
        <a:buChar char="•"/>
        <a:defRPr sz="9171">
          <a:solidFill>
            <a:schemeClr val="tx1"/>
          </a:solidFill>
          <a:latin typeface="+mn-lt"/>
          <a:ea typeface="ＭＳ Ｐゴシック" pitchFamily="-65" charset="-128"/>
          <a:cs typeface="ＭＳ Ｐゴシック" charset="0"/>
        </a:defRPr>
      </a:lvl3pPr>
      <a:lvl4pPr marL="6113384" indent="-873535" algn="l" defTabSz="3492779" rtl="0" eaLnBrk="0" fontAlgn="base" hangingPunct="0">
        <a:spcBef>
          <a:spcPct val="20000"/>
        </a:spcBef>
        <a:spcAft>
          <a:spcPct val="0"/>
        </a:spcAft>
        <a:buChar char="–"/>
        <a:defRPr sz="7628">
          <a:solidFill>
            <a:schemeClr val="tx1"/>
          </a:solidFill>
          <a:latin typeface="+mn-lt"/>
          <a:ea typeface="ＭＳ Ｐゴシック" pitchFamily="-65" charset="-128"/>
          <a:cs typeface="ＭＳ Ｐゴシック" charset="0"/>
        </a:defRPr>
      </a:lvl4pPr>
      <a:lvl5pPr marL="7859093" indent="-872175" algn="l" defTabSz="3492779" rtl="0" eaLnBrk="0" fontAlgn="base" hangingPunct="0">
        <a:spcBef>
          <a:spcPct val="20000"/>
        </a:spcBef>
        <a:spcAft>
          <a:spcPct val="0"/>
        </a:spcAft>
        <a:buChar char="»"/>
        <a:defRPr sz="7628">
          <a:solidFill>
            <a:schemeClr val="tx1"/>
          </a:solidFill>
          <a:latin typeface="+mn-lt"/>
          <a:ea typeface="ＭＳ Ｐゴシック" pitchFamily="-65" charset="-128"/>
          <a:cs typeface="ＭＳ Ｐゴシック" charset="0"/>
        </a:defRPr>
      </a:lvl5pPr>
      <a:lvl6pPr marL="8250959" indent="-872175" algn="l" defTabSz="3492779" rtl="0" fontAlgn="base">
        <a:spcBef>
          <a:spcPct val="20000"/>
        </a:spcBef>
        <a:spcAft>
          <a:spcPct val="0"/>
        </a:spcAft>
        <a:buChar char="»"/>
        <a:defRPr sz="7628">
          <a:solidFill>
            <a:schemeClr val="tx1"/>
          </a:solidFill>
          <a:latin typeface="+mn-lt"/>
          <a:ea typeface="ＭＳ Ｐゴシック" pitchFamily="-65" charset="-128"/>
        </a:defRPr>
      </a:lvl6pPr>
      <a:lvl7pPr marL="8642825" indent="-872175" algn="l" defTabSz="3492779" rtl="0" fontAlgn="base">
        <a:spcBef>
          <a:spcPct val="20000"/>
        </a:spcBef>
        <a:spcAft>
          <a:spcPct val="0"/>
        </a:spcAft>
        <a:buChar char="»"/>
        <a:defRPr sz="7628">
          <a:solidFill>
            <a:schemeClr val="tx1"/>
          </a:solidFill>
          <a:latin typeface="+mn-lt"/>
          <a:ea typeface="ＭＳ Ｐゴシック" pitchFamily="-65" charset="-128"/>
        </a:defRPr>
      </a:lvl7pPr>
      <a:lvl8pPr marL="9034691" indent="-872175" algn="l" defTabSz="3492779" rtl="0" fontAlgn="base">
        <a:spcBef>
          <a:spcPct val="20000"/>
        </a:spcBef>
        <a:spcAft>
          <a:spcPct val="0"/>
        </a:spcAft>
        <a:buChar char="»"/>
        <a:defRPr sz="7628">
          <a:solidFill>
            <a:schemeClr val="tx1"/>
          </a:solidFill>
          <a:latin typeface="+mn-lt"/>
          <a:ea typeface="ＭＳ Ｐゴシック" pitchFamily="-65" charset="-128"/>
        </a:defRPr>
      </a:lvl8pPr>
      <a:lvl9pPr marL="9426557" indent="-872175" algn="l" defTabSz="3492779" rtl="0" fontAlgn="base">
        <a:spcBef>
          <a:spcPct val="20000"/>
        </a:spcBef>
        <a:spcAft>
          <a:spcPct val="0"/>
        </a:spcAft>
        <a:buChar char="»"/>
        <a:defRPr sz="7628">
          <a:solidFill>
            <a:schemeClr val="tx1"/>
          </a:solidFill>
          <a:latin typeface="+mn-lt"/>
          <a:ea typeface="ＭＳ Ｐゴシック" pitchFamily="-65" charset="-128"/>
        </a:defRPr>
      </a:lvl9pPr>
    </p:bodyStyle>
    <p:otherStyle>
      <a:defPPr>
        <a:defRPr lang="en-US"/>
      </a:defPPr>
      <a:lvl1pPr marL="0" algn="l" defTabSz="391866" rtl="0" eaLnBrk="1" latinLnBrk="0" hangingPunct="1">
        <a:defRPr sz="1543" kern="1200">
          <a:solidFill>
            <a:schemeClr val="tx1"/>
          </a:solidFill>
          <a:latin typeface="+mn-lt"/>
          <a:ea typeface="+mn-ea"/>
          <a:cs typeface="+mn-cs"/>
        </a:defRPr>
      </a:lvl1pPr>
      <a:lvl2pPr marL="391866" algn="l" defTabSz="391866" rtl="0" eaLnBrk="1" latinLnBrk="0" hangingPunct="1">
        <a:defRPr sz="1543" kern="1200">
          <a:solidFill>
            <a:schemeClr val="tx1"/>
          </a:solidFill>
          <a:latin typeface="+mn-lt"/>
          <a:ea typeface="+mn-ea"/>
          <a:cs typeface="+mn-cs"/>
        </a:defRPr>
      </a:lvl2pPr>
      <a:lvl3pPr marL="783732" algn="l" defTabSz="391866" rtl="0" eaLnBrk="1" latinLnBrk="0" hangingPunct="1">
        <a:defRPr sz="1543" kern="1200">
          <a:solidFill>
            <a:schemeClr val="tx1"/>
          </a:solidFill>
          <a:latin typeface="+mn-lt"/>
          <a:ea typeface="+mn-ea"/>
          <a:cs typeface="+mn-cs"/>
        </a:defRPr>
      </a:lvl3pPr>
      <a:lvl4pPr marL="1175598" algn="l" defTabSz="391866" rtl="0" eaLnBrk="1" latinLnBrk="0" hangingPunct="1">
        <a:defRPr sz="1543" kern="1200">
          <a:solidFill>
            <a:schemeClr val="tx1"/>
          </a:solidFill>
          <a:latin typeface="+mn-lt"/>
          <a:ea typeface="+mn-ea"/>
          <a:cs typeface="+mn-cs"/>
        </a:defRPr>
      </a:lvl4pPr>
      <a:lvl5pPr marL="1567464" algn="l" defTabSz="391866" rtl="0" eaLnBrk="1" latinLnBrk="0" hangingPunct="1">
        <a:defRPr sz="1543" kern="1200">
          <a:solidFill>
            <a:schemeClr val="tx1"/>
          </a:solidFill>
          <a:latin typeface="+mn-lt"/>
          <a:ea typeface="+mn-ea"/>
          <a:cs typeface="+mn-cs"/>
        </a:defRPr>
      </a:lvl5pPr>
      <a:lvl6pPr marL="1959331" algn="l" defTabSz="391866" rtl="0" eaLnBrk="1" latinLnBrk="0" hangingPunct="1">
        <a:defRPr sz="1543" kern="1200">
          <a:solidFill>
            <a:schemeClr val="tx1"/>
          </a:solidFill>
          <a:latin typeface="+mn-lt"/>
          <a:ea typeface="+mn-ea"/>
          <a:cs typeface="+mn-cs"/>
        </a:defRPr>
      </a:lvl6pPr>
      <a:lvl7pPr marL="2351197" algn="l" defTabSz="391866" rtl="0" eaLnBrk="1" latinLnBrk="0" hangingPunct="1">
        <a:defRPr sz="1543" kern="1200">
          <a:solidFill>
            <a:schemeClr val="tx1"/>
          </a:solidFill>
          <a:latin typeface="+mn-lt"/>
          <a:ea typeface="+mn-ea"/>
          <a:cs typeface="+mn-cs"/>
        </a:defRPr>
      </a:lvl7pPr>
      <a:lvl8pPr marL="2743063" algn="l" defTabSz="391866" rtl="0" eaLnBrk="1" latinLnBrk="0" hangingPunct="1">
        <a:defRPr sz="1543" kern="1200">
          <a:solidFill>
            <a:schemeClr val="tx1"/>
          </a:solidFill>
          <a:latin typeface="+mn-lt"/>
          <a:ea typeface="+mn-ea"/>
          <a:cs typeface="+mn-cs"/>
        </a:defRPr>
      </a:lvl8pPr>
      <a:lvl9pPr marL="3134929" algn="l" defTabSz="391866" rtl="0" eaLnBrk="1" latinLnBrk="0" hangingPunct="1">
        <a:defRPr sz="1543"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notesSlide" Target="../notesSlides/notesSlide1.xml"/><Relationship Id="rId7" Type="http://schemas.openxmlformats.org/officeDocument/2006/relationships/image" Target="../media/image4.png"/><Relationship Id="rId2" Type="http://schemas.openxmlformats.org/officeDocument/2006/relationships/slideLayout" Target="../slideLayouts/slideLayout7.xml"/><Relationship Id="rId1" Type="http://schemas.openxmlformats.org/officeDocument/2006/relationships/themeOverride" Target="../theme/themeOverride1.xml"/><Relationship Id="rId6" Type="http://schemas.openxmlformats.org/officeDocument/2006/relationships/image" Target="../media/image3.png"/><Relationship Id="rId5" Type="http://schemas.openxmlformats.org/officeDocument/2006/relationships/image" Target="../media/image2.png"/><Relationship Id="rId10" Type="http://schemas.openxmlformats.org/officeDocument/2006/relationships/image" Target="../media/image7.png"/><Relationship Id="rId4" Type="http://schemas.openxmlformats.org/officeDocument/2006/relationships/image" Target="../media/image1.png"/><Relationship Id="rId9"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ext Box 7">
            <a:extLst>
              <a:ext uri="{FF2B5EF4-FFF2-40B4-BE49-F238E27FC236}">
                <a16:creationId xmlns:a16="http://schemas.microsoft.com/office/drawing/2014/main" id="{50683A8A-6694-302D-3297-F30778F1636A}"/>
              </a:ext>
            </a:extLst>
          </p:cNvPr>
          <p:cNvSpPr txBox="1">
            <a:spLocks noChangeArrowheads="1"/>
          </p:cNvSpPr>
          <p:nvPr/>
        </p:nvSpPr>
        <p:spPr bwMode="auto">
          <a:xfrm>
            <a:off x="1710419" y="5150509"/>
            <a:ext cx="9010650" cy="5883752"/>
          </a:xfrm>
          <a:prstGeom prst="rect">
            <a:avLst/>
          </a:prstGeom>
          <a:solidFill>
            <a:schemeClr val="bg1"/>
          </a:solidFill>
          <a:ln w="38100">
            <a:solidFill>
              <a:srgbClr val="000000"/>
            </a:solidFill>
            <a:round/>
            <a:headEnd/>
            <a:tailEnd/>
          </a:ln>
        </p:spPr>
        <p:txBody>
          <a:bodyPr lIns="783771" tIns="391886" rIns="783771" bIns="783771"/>
          <a:lstStyle>
            <a:lvl1pPr eaLnBrk="0" hangingPunct="0">
              <a:tabLst>
                <a:tab pos="500063" algn="l"/>
              </a:tabLst>
              <a:defRPr sz="3200">
                <a:solidFill>
                  <a:schemeClr val="tx1"/>
                </a:solidFill>
                <a:latin typeface="Helvetica" pitchFamily="2" charset="0"/>
                <a:ea typeface="ＭＳ Ｐゴシック" panose="020B0600070205080204" pitchFamily="34" charset="-128"/>
              </a:defRPr>
            </a:lvl1pPr>
            <a:lvl2pPr marL="742950" indent="-285750" eaLnBrk="0" hangingPunct="0">
              <a:tabLst>
                <a:tab pos="500063" algn="l"/>
              </a:tabLst>
              <a:defRPr sz="3200">
                <a:solidFill>
                  <a:schemeClr val="tx1"/>
                </a:solidFill>
                <a:latin typeface="Helvetica" pitchFamily="2" charset="0"/>
                <a:ea typeface="ＭＳ Ｐゴシック" panose="020B0600070205080204" pitchFamily="34" charset="-128"/>
              </a:defRPr>
            </a:lvl2pPr>
            <a:lvl3pPr marL="1143000" indent="-228600" eaLnBrk="0" hangingPunct="0">
              <a:tabLst>
                <a:tab pos="500063" algn="l"/>
              </a:tabLst>
              <a:defRPr sz="3200">
                <a:solidFill>
                  <a:schemeClr val="tx1"/>
                </a:solidFill>
                <a:latin typeface="Helvetica" pitchFamily="2" charset="0"/>
                <a:ea typeface="ＭＳ Ｐゴシック" panose="020B0600070205080204" pitchFamily="34" charset="-128"/>
              </a:defRPr>
            </a:lvl3pPr>
            <a:lvl4pPr marL="1600200" indent="-228600" eaLnBrk="0" hangingPunct="0">
              <a:tabLst>
                <a:tab pos="500063" algn="l"/>
              </a:tabLst>
              <a:defRPr sz="3200">
                <a:solidFill>
                  <a:schemeClr val="tx1"/>
                </a:solidFill>
                <a:latin typeface="Helvetica" pitchFamily="2" charset="0"/>
                <a:ea typeface="ＭＳ Ｐゴシック" panose="020B0600070205080204" pitchFamily="34" charset="-128"/>
              </a:defRPr>
            </a:lvl4pPr>
            <a:lvl5pPr marL="2057400" indent="-228600" eaLnBrk="0" hangingPunct="0">
              <a:tabLst>
                <a:tab pos="500063" algn="l"/>
              </a:tabLst>
              <a:defRPr sz="3200">
                <a:solidFill>
                  <a:schemeClr val="tx1"/>
                </a:solidFill>
                <a:latin typeface="Helvetica" pitchFamily="2" charset="0"/>
                <a:ea typeface="ＭＳ Ｐゴシック" panose="020B0600070205080204" pitchFamily="34" charset="-128"/>
              </a:defRPr>
            </a:lvl5pPr>
            <a:lvl6pPr marL="2514600" indent="-228600" eaLnBrk="0" fontAlgn="base" hangingPunct="0">
              <a:spcBef>
                <a:spcPct val="0"/>
              </a:spcBef>
              <a:spcAft>
                <a:spcPct val="0"/>
              </a:spcAft>
              <a:tabLst>
                <a:tab pos="500063" algn="l"/>
              </a:tabLst>
              <a:defRPr sz="3200">
                <a:solidFill>
                  <a:schemeClr val="tx1"/>
                </a:solidFill>
                <a:latin typeface="Helvetica" pitchFamily="2" charset="0"/>
                <a:ea typeface="ＭＳ Ｐゴシック" panose="020B0600070205080204" pitchFamily="34" charset="-128"/>
              </a:defRPr>
            </a:lvl6pPr>
            <a:lvl7pPr marL="2971800" indent="-228600" eaLnBrk="0" fontAlgn="base" hangingPunct="0">
              <a:spcBef>
                <a:spcPct val="0"/>
              </a:spcBef>
              <a:spcAft>
                <a:spcPct val="0"/>
              </a:spcAft>
              <a:tabLst>
                <a:tab pos="500063" algn="l"/>
              </a:tabLst>
              <a:defRPr sz="3200">
                <a:solidFill>
                  <a:schemeClr val="tx1"/>
                </a:solidFill>
                <a:latin typeface="Helvetica" pitchFamily="2" charset="0"/>
                <a:ea typeface="ＭＳ Ｐゴシック" panose="020B0600070205080204" pitchFamily="34" charset="-128"/>
              </a:defRPr>
            </a:lvl7pPr>
            <a:lvl8pPr marL="3429000" indent="-228600" eaLnBrk="0" fontAlgn="base" hangingPunct="0">
              <a:spcBef>
                <a:spcPct val="0"/>
              </a:spcBef>
              <a:spcAft>
                <a:spcPct val="0"/>
              </a:spcAft>
              <a:tabLst>
                <a:tab pos="500063" algn="l"/>
              </a:tabLst>
              <a:defRPr sz="3200">
                <a:solidFill>
                  <a:schemeClr val="tx1"/>
                </a:solidFill>
                <a:latin typeface="Helvetica" pitchFamily="2" charset="0"/>
                <a:ea typeface="ＭＳ Ｐゴシック" panose="020B0600070205080204" pitchFamily="34" charset="-128"/>
              </a:defRPr>
            </a:lvl8pPr>
            <a:lvl9pPr marL="3886200" indent="-228600" eaLnBrk="0" fontAlgn="base" hangingPunct="0">
              <a:spcBef>
                <a:spcPct val="0"/>
              </a:spcBef>
              <a:spcAft>
                <a:spcPct val="0"/>
              </a:spcAft>
              <a:tabLst>
                <a:tab pos="500063" algn="l"/>
              </a:tabLst>
              <a:defRPr sz="3200">
                <a:solidFill>
                  <a:schemeClr val="tx1"/>
                </a:solidFill>
                <a:latin typeface="Helvetica" pitchFamily="2" charset="0"/>
                <a:ea typeface="ＭＳ Ｐゴシック" panose="020B0600070205080204" pitchFamily="34" charset="-128"/>
              </a:defRPr>
            </a:lvl9pPr>
          </a:lstStyle>
          <a:p>
            <a:pPr algn="just" eaLnBrk="1" hangingPunct="1">
              <a:spcBef>
                <a:spcPct val="50000"/>
              </a:spcBef>
            </a:pPr>
            <a:r>
              <a:rPr lang="en-US" altLang="en-US" sz="4000" b="1" dirty="0">
                <a:solidFill>
                  <a:srgbClr val="004A99"/>
                </a:solidFill>
                <a:latin typeface="Avenir Heavy" panose="02000503020000020003" pitchFamily="2" charset="0"/>
              </a:rPr>
              <a:t>Abstract</a:t>
            </a:r>
          </a:p>
          <a:p>
            <a:pPr eaLnBrk="1" hangingPunct="1">
              <a:spcBef>
                <a:spcPct val="10000"/>
              </a:spcBef>
            </a:pPr>
            <a:r>
              <a:rPr lang="en-US" sz="2700" dirty="0">
                <a:latin typeface="Avenir Medium" panose="02000503020000020003"/>
              </a:rPr>
              <a:t>Medbed Systems is designed to improve efficiency in patient flow and resource management. The system provides a centralized, real-time view of bed availability, assignments, and patient status across hospital wards. Using cloud-based technologies, including Firebase Authentication, Google Cloud Platform, and a SQL database, the platform securely manages staff access and hospital data. Early results show improved visibility and faster decision-making, with planned predictive analytics to forecast bed demand during peak periods.</a:t>
            </a:r>
            <a:endParaRPr lang="en-US" altLang="ja-JP" sz="2700" dirty="0">
              <a:latin typeface="Avenir Medium" panose="02000503020000020003"/>
            </a:endParaRPr>
          </a:p>
        </p:txBody>
      </p:sp>
      <p:sp>
        <p:nvSpPr>
          <p:cNvPr id="6" name="Text Box 11">
            <a:extLst>
              <a:ext uri="{FF2B5EF4-FFF2-40B4-BE49-F238E27FC236}">
                <a16:creationId xmlns:a16="http://schemas.microsoft.com/office/drawing/2014/main" id="{4ECA78A2-B049-B995-A0E9-C1921A998436}"/>
              </a:ext>
            </a:extLst>
          </p:cNvPr>
          <p:cNvSpPr txBox="1">
            <a:spLocks noChangeArrowheads="1"/>
          </p:cNvSpPr>
          <p:nvPr/>
        </p:nvSpPr>
        <p:spPr bwMode="auto">
          <a:xfrm>
            <a:off x="1710419" y="11725835"/>
            <a:ext cx="9010650" cy="20353806"/>
          </a:xfrm>
          <a:prstGeom prst="rect">
            <a:avLst/>
          </a:prstGeom>
          <a:solidFill>
            <a:schemeClr val="bg1"/>
          </a:solidFill>
          <a:ln w="38100">
            <a:solidFill>
              <a:srgbClr val="000000"/>
            </a:solidFill>
            <a:round/>
            <a:headEnd/>
            <a:tailEnd/>
          </a:ln>
        </p:spPr>
        <p:txBody>
          <a:bodyPr lIns="783771" tIns="391886" rIns="783771" bIns="783771"/>
          <a:lstStyle>
            <a:lvl1pPr eaLnBrk="0" hangingPunct="0">
              <a:tabLst>
                <a:tab pos="508000" algn="l"/>
              </a:tabLst>
              <a:defRPr sz="3200">
                <a:solidFill>
                  <a:schemeClr val="tx1"/>
                </a:solidFill>
                <a:latin typeface="Helvetica" pitchFamily="2" charset="0"/>
                <a:ea typeface="ＭＳ Ｐゴシック" panose="020B0600070205080204" pitchFamily="34" charset="-128"/>
              </a:defRPr>
            </a:lvl1pPr>
            <a:lvl2pPr marL="742950" indent="-285750" eaLnBrk="0" hangingPunct="0">
              <a:tabLst>
                <a:tab pos="508000" algn="l"/>
              </a:tabLst>
              <a:defRPr sz="3200">
                <a:solidFill>
                  <a:schemeClr val="tx1"/>
                </a:solidFill>
                <a:latin typeface="Helvetica" pitchFamily="2" charset="0"/>
                <a:ea typeface="ＭＳ Ｐゴシック" panose="020B0600070205080204" pitchFamily="34" charset="-128"/>
              </a:defRPr>
            </a:lvl2pPr>
            <a:lvl3pPr marL="1143000" indent="-228600" eaLnBrk="0" hangingPunct="0">
              <a:tabLst>
                <a:tab pos="508000" algn="l"/>
              </a:tabLst>
              <a:defRPr sz="3200">
                <a:solidFill>
                  <a:schemeClr val="tx1"/>
                </a:solidFill>
                <a:latin typeface="Helvetica" pitchFamily="2" charset="0"/>
                <a:ea typeface="ＭＳ Ｐゴシック" panose="020B0600070205080204" pitchFamily="34" charset="-128"/>
              </a:defRPr>
            </a:lvl3pPr>
            <a:lvl4pPr marL="1600200" indent="-228600" eaLnBrk="0" hangingPunct="0">
              <a:tabLst>
                <a:tab pos="508000" algn="l"/>
              </a:tabLst>
              <a:defRPr sz="3200">
                <a:solidFill>
                  <a:schemeClr val="tx1"/>
                </a:solidFill>
                <a:latin typeface="Helvetica" pitchFamily="2" charset="0"/>
                <a:ea typeface="ＭＳ Ｐゴシック" panose="020B0600070205080204" pitchFamily="34" charset="-128"/>
              </a:defRPr>
            </a:lvl4pPr>
            <a:lvl5pPr marL="2057400" indent="-228600" eaLnBrk="0" hangingPunct="0">
              <a:tabLst>
                <a:tab pos="508000" algn="l"/>
              </a:tabLst>
              <a:defRPr sz="3200">
                <a:solidFill>
                  <a:schemeClr val="tx1"/>
                </a:solidFill>
                <a:latin typeface="Helvetica" pitchFamily="2" charset="0"/>
                <a:ea typeface="ＭＳ Ｐゴシック" panose="020B0600070205080204" pitchFamily="34" charset="-128"/>
              </a:defRPr>
            </a:lvl5pPr>
            <a:lvl6pPr marL="2514600" indent="-228600" eaLnBrk="0" fontAlgn="base" hangingPunct="0">
              <a:spcBef>
                <a:spcPct val="0"/>
              </a:spcBef>
              <a:spcAft>
                <a:spcPct val="0"/>
              </a:spcAft>
              <a:tabLst>
                <a:tab pos="508000" algn="l"/>
              </a:tabLst>
              <a:defRPr sz="3200">
                <a:solidFill>
                  <a:schemeClr val="tx1"/>
                </a:solidFill>
                <a:latin typeface="Helvetica" pitchFamily="2" charset="0"/>
                <a:ea typeface="ＭＳ Ｐゴシック" panose="020B0600070205080204" pitchFamily="34" charset="-128"/>
              </a:defRPr>
            </a:lvl6pPr>
            <a:lvl7pPr marL="2971800" indent="-228600" eaLnBrk="0" fontAlgn="base" hangingPunct="0">
              <a:spcBef>
                <a:spcPct val="0"/>
              </a:spcBef>
              <a:spcAft>
                <a:spcPct val="0"/>
              </a:spcAft>
              <a:tabLst>
                <a:tab pos="508000" algn="l"/>
              </a:tabLst>
              <a:defRPr sz="3200">
                <a:solidFill>
                  <a:schemeClr val="tx1"/>
                </a:solidFill>
                <a:latin typeface="Helvetica" pitchFamily="2" charset="0"/>
                <a:ea typeface="ＭＳ Ｐゴシック" panose="020B0600070205080204" pitchFamily="34" charset="-128"/>
              </a:defRPr>
            </a:lvl7pPr>
            <a:lvl8pPr marL="3429000" indent="-228600" eaLnBrk="0" fontAlgn="base" hangingPunct="0">
              <a:spcBef>
                <a:spcPct val="0"/>
              </a:spcBef>
              <a:spcAft>
                <a:spcPct val="0"/>
              </a:spcAft>
              <a:tabLst>
                <a:tab pos="508000" algn="l"/>
              </a:tabLst>
              <a:defRPr sz="3200">
                <a:solidFill>
                  <a:schemeClr val="tx1"/>
                </a:solidFill>
                <a:latin typeface="Helvetica" pitchFamily="2" charset="0"/>
                <a:ea typeface="ＭＳ Ｐゴシック" panose="020B0600070205080204" pitchFamily="34" charset="-128"/>
              </a:defRPr>
            </a:lvl8pPr>
            <a:lvl9pPr marL="3886200" indent="-228600" eaLnBrk="0" fontAlgn="base" hangingPunct="0">
              <a:spcBef>
                <a:spcPct val="0"/>
              </a:spcBef>
              <a:spcAft>
                <a:spcPct val="0"/>
              </a:spcAft>
              <a:tabLst>
                <a:tab pos="508000" algn="l"/>
              </a:tabLst>
              <a:defRPr sz="3200">
                <a:solidFill>
                  <a:schemeClr val="tx1"/>
                </a:solidFill>
                <a:latin typeface="Helvetica" pitchFamily="2" charset="0"/>
                <a:ea typeface="ＭＳ Ｐゴシック" panose="020B0600070205080204" pitchFamily="34" charset="-128"/>
              </a:defRPr>
            </a:lvl9pPr>
          </a:lstStyle>
          <a:p>
            <a:pPr eaLnBrk="1" hangingPunct="1">
              <a:spcBef>
                <a:spcPct val="10000"/>
              </a:spcBef>
            </a:pPr>
            <a:r>
              <a:rPr lang="en-US" altLang="en-US" sz="4000" b="1" dirty="0">
                <a:solidFill>
                  <a:srgbClr val="004A99"/>
                </a:solidFill>
                <a:latin typeface="Avenir Heavy" panose="02000503020000020003" pitchFamily="2" charset="0"/>
              </a:rPr>
              <a:t>Introduction</a:t>
            </a:r>
          </a:p>
          <a:p>
            <a:pPr eaLnBrk="1" hangingPunct="1">
              <a:spcBef>
                <a:spcPct val="10000"/>
              </a:spcBef>
            </a:pPr>
            <a:r>
              <a:rPr lang="en-US" sz="3300" dirty="0">
                <a:latin typeface="Avenir Medium" panose="02000503020000020003"/>
              </a:rPr>
              <a:t>Hospitals face ongoing challenges managing bed availability due to increasing patient demand, complex workflows, and disconnected systems. Many hospitals still rely on manual tracking or outdated software, leading to delays in admissions, longer wait times, and reduced quality of care. Efficient bed management is essential for patient safety, proper resource allocation, and emergency response. By improving visibility and coordination, hospitals can make faster decisions and better support both staff and patients.</a:t>
            </a:r>
          </a:p>
          <a:p>
            <a:pPr eaLnBrk="1" hangingPunct="1">
              <a:spcBef>
                <a:spcPct val="10000"/>
              </a:spcBef>
            </a:pPr>
            <a:endParaRPr lang="en-US" altLang="en-US" sz="3300" dirty="0">
              <a:latin typeface="Avenir Medium" panose="02000503020000020003"/>
            </a:endParaRPr>
          </a:p>
          <a:p>
            <a:r>
              <a:rPr lang="en-US" sz="3300" dirty="0">
                <a:latin typeface="Avenir Medium" panose="02000503020000020003"/>
              </a:rPr>
              <a:t>Our objectives were to:</a:t>
            </a:r>
          </a:p>
          <a:p>
            <a:pPr marL="457200" indent="-457200">
              <a:buFont typeface="Arial" panose="020B0604020202020204" pitchFamily="34" charset="0"/>
              <a:buChar char="•"/>
              <a:tabLst>
                <a:tab pos="352425" algn="l"/>
                <a:tab pos="508000" algn="l"/>
              </a:tabLst>
            </a:pPr>
            <a:r>
              <a:rPr lang="en-US" sz="3300" dirty="0">
                <a:latin typeface="Avenir Medium" panose="02000503020000020003"/>
              </a:rPr>
              <a:t>Build a secure authentication system for staff login</a:t>
            </a:r>
          </a:p>
          <a:p>
            <a:pPr marL="457200" indent="-457200">
              <a:buFont typeface="Arial" panose="020B0604020202020204" pitchFamily="34" charset="0"/>
              <a:buChar char="•"/>
              <a:tabLst>
                <a:tab pos="352425" algn="l"/>
                <a:tab pos="508000" algn="l"/>
              </a:tabLst>
            </a:pPr>
            <a:r>
              <a:rPr lang="en-US" sz="3300" dirty="0">
                <a:latin typeface="Avenir Medium" panose="02000503020000020003"/>
              </a:rPr>
              <a:t>Create a real-time dashboard showing bed occupancy and patient data</a:t>
            </a:r>
          </a:p>
          <a:p>
            <a:pPr marL="457200" indent="-457200">
              <a:buFont typeface="Arial" panose="020B0604020202020204" pitchFamily="34" charset="0"/>
              <a:buChar char="•"/>
              <a:tabLst>
                <a:tab pos="352425" algn="l"/>
                <a:tab pos="508000" algn="l"/>
              </a:tabLst>
            </a:pPr>
            <a:r>
              <a:rPr lang="en-US" sz="3300" dirty="0">
                <a:latin typeface="Avenir Medium" panose="02000503020000020003"/>
              </a:rPr>
              <a:t>Integrate analytics to visualize admissions trends and capacity forecasting</a:t>
            </a:r>
          </a:p>
        </p:txBody>
      </p:sp>
      <p:sp>
        <p:nvSpPr>
          <p:cNvPr id="7" name="Rectangle 6">
            <a:extLst>
              <a:ext uri="{FF2B5EF4-FFF2-40B4-BE49-F238E27FC236}">
                <a16:creationId xmlns:a16="http://schemas.microsoft.com/office/drawing/2014/main" id="{F657BCA4-7F36-116F-929F-1BEE1501E143}"/>
              </a:ext>
            </a:extLst>
          </p:cNvPr>
          <p:cNvSpPr/>
          <p:nvPr/>
        </p:nvSpPr>
        <p:spPr>
          <a:xfrm>
            <a:off x="0" y="1"/>
            <a:ext cx="43891200" cy="4659085"/>
          </a:xfrm>
          <a:prstGeom prst="rect">
            <a:avLst/>
          </a:prstGeom>
          <a:solidFill>
            <a:srgbClr val="004A99"/>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9" name="Text Box 12">
            <a:extLst>
              <a:ext uri="{FF2B5EF4-FFF2-40B4-BE49-F238E27FC236}">
                <a16:creationId xmlns:a16="http://schemas.microsoft.com/office/drawing/2014/main" id="{D764482F-BD8D-91B7-5F87-F8195F359E2F}"/>
              </a:ext>
            </a:extLst>
          </p:cNvPr>
          <p:cNvSpPr txBox="1">
            <a:spLocks noChangeArrowheads="1"/>
          </p:cNvSpPr>
          <p:nvPr/>
        </p:nvSpPr>
        <p:spPr bwMode="auto">
          <a:xfrm>
            <a:off x="11847740" y="5150510"/>
            <a:ext cx="20012025" cy="13862236"/>
          </a:xfrm>
          <a:prstGeom prst="rect">
            <a:avLst/>
          </a:prstGeom>
          <a:solidFill>
            <a:schemeClr val="bg1"/>
          </a:solidFill>
          <a:ln w="38100">
            <a:solidFill>
              <a:srgbClr val="000000"/>
            </a:solidFill>
            <a:round/>
            <a:headEnd/>
            <a:tailEnd/>
          </a:ln>
        </p:spPr>
        <p:txBody>
          <a:bodyPr lIns="783771" tIns="391886" rIns="783771" bIns="783771" numCol="1" anchor="t"/>
          <a:lstStyle>
            <a:lvl1pPr eaLnBrk="0" hangingPunct="0">
              <a:tabLst>
                <a:tab pos="500063" algn="l"/>
              </a:tabLst>
              <a:defRPr sz="3200">
                <a:solidFill>
                  <a:schemeClr val="tx1"/>
                </a:solidFill>
                <a:latin typeface="Helvetica" pitchFamily="2" charset="0"/>
                <a:ea typeface="ＭＳ Ｐゴシック" panose="020B0600070205080204" pitchFamily="34" charset="-128"/>
              </a:defRPr>
            </a:lvl1pPr>
            <a:lvl2pPr marL="742950" indent="-285750" eaLnBrk="0" hangingPunct="0">
              <a:tabLst>
                <a:tab pos="500063" algn="l"/>
              </a:tabLst>
              <a:defRPr sz="3200">
                <a:solidFill>
                  <a:schemeClr val="tx1"/>
                </a:solidFill>
                <a:latin typeface="Helvetica" pitchFamily="2" charset="0"/>
                <a:ea typeface="ＭＳ Ｐゴシック" panose="020B0600070205080204" pitchFamily="34" charset="-128"/>
              </a:defRPr>
            </a:lvl2pPr>
            <a:lvl3pPr marL="1143000" indent="-228600" eaLnBrk="0" hangingPunct="0">
              <a:tabLst>
                <a:tab pos="500063" algn="l"/>
              </a:tabLst>
              <a:defRPr sz="3200">
                <a:solidFill>
                  <a:schemeClr val="tx1"/>
                </a:solidFill>
                <a:latin typeface="Helvetica" pitchFamily="2" charset="0"/>
                <a:ea typeface="ＭＳ Ｐゴシック" panose="020B0600070205080204" pitchFamily="34" charset="-128"/>
              </a:defRPr>
            </a:lvl3pPr>
            <a:lvl4pPr marL="1600200" indent="-228600" eaLnBrk="0" hangingPunct="0">
              <a:tabLst>
                <a:tab pos="500063" algn="l"/>
              </a:tabLst>
              <a:defRPr sz="3200">
                <a:solidFill>
                  <a:schemeClr val="tx1"/>
                </a:solidFill>
                <a:latin typeface="Helvetica" pitchFamily="2" charset="0"/>
                <a:ea typeface="ＭＳ Ｐゴシック" panose="020B0600070205080204" pitchFamily="34" charset="-128"/>
              </a:defRPr>
            </a:lvl4pPr>
            <a:lvl5pPr marL="2057400" indent="-228600" eaLnBrk="0" hangingPunct="0">
              <a:tabLst>
                <a:tab pos="500063" algn="l"/>
              </a:tabLst>
              <a:defRPr sz="3200">
                <a:solidFill>
                  <a:schemeClr val="tx1"/>
                </a:solidFill>
                <a:latin typeface="Helvetica" pitchFamily="2" charset="0"/>
                <a:ea typeface="ＭＳ Ｐゴシック" panose="020B0600070205080204" pitchFamily="34" charset="-128"/>
              </a:defRPr>
            </a:lvl5pPr>
            <a:lvl6pPr marL="2514600" indent="-228600" eaLnBrk="0" fontAlgn="base" hangingPunct="0">
              <a:spcBef>
                <a:spcPct val="0"/>
              </a:spcBef>
              <a:spcAft>
                <a:spcPct val="0"/>
              </a:spcAft>
              <a:tabLst>
                <a:tab pos="500063" algn="l"/>
              </a:tabLst>
              <a:defRPr sz="3200">
                <a:solidFill>
                  <a:schemeClr val="tx1"/>
                </a:solidFill>
                <a:latin typeface="Helvetica" pitchFamily="2" charset="0"/>
                <a:ea typeface="ＭＳ Ｐゴシック" panose="020B0600070205080204" pitchFamily="34" charset="-128"/>
              </a:defRPr>
            </a:lvl6pPr>
            <a:lvl7pPr marL="2971800" indent="-228600" eaLnBrk="0" fontAlgn="base" hangingPunct="0">
              <a:spcBef>
                <a:spcPct val="0"/>
              </a:spcBef>
              <a:spcAft>
                <a:spcPct val="0"/>
              </a:spcAft>
              <a:tabLst>
                <a:tab pos="500063" algn="l"/>
              </a:tabLst>
              <a:defRPr sz="3200">
                <a:solidFill>
                  <a:schemeClr val="tx1"/>
                </a:solidFill>
                <a:latin typeface="Helvetica" pitchFamily="2" charset="0"/>
                <a:ea typeface="ＭＳ Ｐゴシック" panose="020B0600070205080204" pitchFamily="34" charset="-128"/>
              </a:defRPr>
            </a:lvl7pPr>
            <a:lvl8pPr marL="3429000" indent="-228600" eaLnBrk="0" fontAlgn="base" hangingPunct="0">
              <a:spcBef>
                <a:spcPct val="0"/>
              </a:spcBef>
              <a:spcAft>
                <a:spcPct val="0"/>
              </a:spcAft>
              <a:tabLst>
                <a:tab pos="500063" algn="l"/>
              </a:tabLst>
              <a:defRPr sz="3200">
                <a:solidFill>
                  <a:schemeClr val="tx1"/>
                </a:solidFill>
                <a:latin typeface="Helvetica" pitchFamily="2" charset="0"/>
                <a:ea typeface="ＭＳ Ｐゴシック" panose="020B0600070205080204" pitchFamily="34" charset="-128"/>
              </a:defRPr>
            </a:lvl8pPr>
            <a:lvl9pPr marL="3886200" indent="-228600" eaLnBrk="0" fontAlgn="base" hangingPunct="0">
              <a:spcBef>
                <a:spcPct val="0"/>
              </a:spcBef>
              <a:spcAft>
                <a:spcPct val="0"/>
              </a:spcAft>
              <a:tabLst>
                <a:tab pos="500063" algn="l"/>
              </a:tabLst>
              <a:defRPr sz="3200">
                <a:solidFill>
                  <a:schemeClr val="tx1"/>
                </a:solidFill>
                <a:latin typeface="Helvetica" pitchFamily="2" charset="0"/>
                <a:ea typeface="ＭＳ Ｐゴシック" panose="020B0600070205080204" pitchFamily="34" charset="-128"/>
              </a:defRPr>
            </a:lvl9pPr>
          </a:lstStyle>
          <a:p>
            <a:pPr algn="just" eaLnBrk="1" hangingPunct="1"/>
            <a:r>
              <a:rPr lang="en-US" altLang="en-US" sz="4000" b="1" dirty="0">
                <a:solidFill>
                  <a:srgbClr val="004A99"/>
                </a:solidFill>
                <a:latin typeface="Avenir Heavy" panose="02000503020000020003" pitchFamily="2" charset="0"/>
              </a:rPr>
              <a:t>Results/Implementation</a:t>
            </a:r>
            <a:endParaRPr lang="en-US" altLang="en-US" sz="4114" b="1" i="1" dirty="0">
              <a:solidFill>
                <a:srgbClr val="000000"/>
              </a:solidFill>
              <a:latin typeface="Avenir Heavy" panose="02000503020000020003" pitchFamily="2" charset="0"/>
            </a:endParaRPr>
          </a:p>
          <a:p>
            <a:pPr eaLnBrk="1" hangingPunct="1">
              <a:spcBef>
                <a:spcPct val="50000"/>
              </a:spcBef>
            </a:pPr>
            <a:r>
              <a:rPr lang="en-US" b="1" dirty="0">
                <a:latin typeface="Avenir Medium" panose="02000503020000020003"/>
              </a:rPr>
              <a:t>Authentication &amp; Login</a:t>
            </a:r>
          </a:p>
          <a:p>
            <a:pPr lvl="1">
              <a:buFont typeface="Arial" panose="020B0604020202020204" pitchFamily="34" charset="0"/>
              <a:buChar char="•"/>
            </a:pPr>
            <a:r>
              <a:rPr lang="en-US" dirty="0">
                <a:latin typeface="Avenir Medium" panose="02000503020000020003"/>
                <a:ea typeface="ＭＳ Ｐゴシック"/>
                <a:cs typeface="Helvetica"/>
              </a:rPr>
              <a:t>Login page uses implemented Firebase Authentication login that securely signs in hospital staff. Users are added and controlled via third party using Firebase Database collections</a:t>
            </a:r>
          </a:p>
          <a:p>
            <a:pPr eaLnBrk="1" hangingPunct="1">
              <a:spcBef>
                <a:spcPct val="50000"/>
              </a:spcBef>
            </a:pPr>
            <a:r>
              <a:rPr lang="en-US" b="1" dirty="0">
                <a:latin typeface="Avenir Medium" panose="02000503020000020003"/>
              </a:rPr>
              <a:t>Backend (GCP)</a:t>
            </a:r>
          </a:p>
          <a:p>
            <a:pPr lvl="1">
              <a:buFont typeface="Arial" panose="020B0604020202020204" pitchFamily="34" charset="0"/>
              <a:buChar char="•"/>
            </a:pPr>
            <a:r>
              <a:rPr lang="en-US" dirty="0">
                <a:latin typeface="Avenir Medium" panose="02000503020000020003"/>
                <a:ea typeface="ＭＳ Ｐゴシック"/>
                <a:cs typeface="Helvetica"/>
              </a:rPr>
              <a:t>API Overview: The backend API handles real-time management of beds, patients, and admissions through Google Cloud Run</a:t>
            </a:r>
          </a:p>
          <a:p>
            <a:pPr lvl="1">
              <a:buFont typeface="Arial" panose="020B0604020202020204" pitchFamily="34" charset="0"/>
              <a:buChar char="•"/>
            </a:pPr>
            <a:r>
              <a:rPr lang="en-US" dirty="0">
                <a:latin typeface="Avenir Medium" panose="02000503020000020003"/>
                <a:ea typeface="ＭＳ Ｐゴシック"/>
                <a:cs typeface="Helvetica"/>
              </a:rPr>
              <a:t>Database: MySQL stores data on patients, beds, and admissions, enabling CRUD operations for dynamic hospital management</a:t>
            </a:r>
          </a:p>
          <a:p>
            <a:pPr lvl="1">
              <a:buFont typeface="Arial" panose="020B0604020202020204" pitchFamily="34" charset="0"/>
              <a:buChar char="•"/>
            </a:pPr>
            <a:r>
              <a:rPr lang="en-US" dirty="0">
                <a:latin typeface="Avenir Medium" panose="02000503020000020003"/>
                <a:ea typeface="ＭＳ Ｐゴシック"/>
                <a:cs typeface="Helvetica"/>
              </a:rPr>
              <a:t>Cloud Storage: GCS buckets store CSV files, which are processed and imported into the MySQL database via Cloud Run</a:t>
            </a:r>
          </a:p>
          <a:p>
            <a:pPr lvl="1">
              <a:buFont typeface="Arial" panose="020B0604020202020204" pitchFamily="34" charset="0"/>
              <a:buChar char="•"/>
            </a:pPr>
            <a:r>
              <a:rPr lang="en-US" dirty="0">
                <a:latin typeface="Avenir Medium" panose="02000503020000020003"/>
                <a:ea typeface="ＭＳ Ｐゴシック"/>
                <a:cs typeface="Helvetica"/>
              </a:rPr>
              <a:t>Real-time Operations: Eventarc triggers automatic updates to the database, ensuring data stays current across the system</a:t>
            </a:r>
          </a:p>
          <a:p>
            <a:pPr eaLnBrk="1" hangingPunct="1">
              <a:spcBef>
                <a:spcPct val="50000"/>
              </a:spcBef>
            </a:pPr>
            <a:r>
              <a:rPr lang="en-US" b="1" dirty="0">
                <a:latin typeface="Avenir Medium" panose="02000503020000020003"/>
              </a:rPr>
              <a:t>Front End Code</a:t>
            </a:r>
          </a:p>
          <a:p>
            <a:pPr lvl="1">
              <a:buFont typeface="Arial" panose="020B0604020202020204" pitchFamily="34" charset="0"/>
              <a:buChar char="•"/>
            </a:pPr>
            <a:r>
              <a:rPr lang="en-US" dirty="0">
                <a:latin typeface="Avenir Medium" panose="02000503020000020003"/>
                <a:ea typeface="ＭＳ Ｐゴシック"/>
                <a:cs typeface="Helvetica"/>
              </a:rPr>
              <a:t>Pages: Dashboard, Insights, Patients, Manage Beds, Manage Rooms</a:t>
            </a:r>
          </a:p>
          <a:p>
            <a:pPr lvl="1">
              <a:buFont typeface="Arial" panose="020B0604020202020204" pitchFamily="34" charset="0"/>
              <a:buChar char="•"/>
            </a:pPr>
            <a:r>
              <a:rPr lang="en-US" dirty="0">
                <a:latin typeface="Avenir Medium" panose="02000503020000020003"/>
                <a:ea typeface="ＭＳ Ｐゴシック"/>
                <a:cs typeface="Helvetica"/>
              </a:rPr>
              <a:t>Dashboard &amp; Insights: Overview of occupancy, ability to update bed status, Looker Studio visualizations</a:t>
            </a:r>
          </a:p>
          <a:p>
            <a:pPr lvl="1">
              <a:buFont typeface="Arial" panose="020B0604020202020204" pitchFamily="34" charset="0"/>
              <a:buChar char="•"/>
            </a:pPr>
            <a:r>
              <a:rPr lang="en-US" dirty="0">
                <a:latin typeface="Avenir Medium" panose="02000503020000020003"/>
                <a:ea typeface="ＭＳ Ｐゴシック"/>
                <a:cs typeface="Helvetica"/>
              </a:rPr>
              <a:t>Patients, Manage Beds, &amp; Manage Rooms: Search and filter patients, beds, and rooms across multiple wards</a:t>
            </a:r>
          </a:p>
          <a:p>
            <a:pPr eaLnBrk="1" hangingPunct="1">
              <a:spcBef>
                <a:spcPct val="50000"/>
              </a:spcBef>
            </a:pPr>
            <a:r>
              <a:rPr lang="en-US" b="1" dirty="0">
                <a:latin typeface="Avenir Medium" panose="02000503020000020003"/>
              </a:rPr>
              <a:t>Looker Studio</a:t>
            </a:r>
          </a:p>
          <a:p>
            <a:pPr lvl="1">
              <a:buFont typeface="Arial" panose="020B0604020202020204" pitchFamily="34" charset="0"/>
              <a:buChar char="•"/>
            </a:pPr>
            <a:r>
              <a:rPr lang="en-US" dirty="0">
                <a:latin typeface="Avenir Medium" panose="02000503020000020003"/>
                <a:ea typeface="ＭＳ Ｐゴシック"/>
                <a:cs typeface="Helvetica"/>
              </a:rPr>
              <a:t>Daily Admissions Line Chart: Displays last two weeks of November admissions, helps identify high-traffic days and staffing needs</a:t>
            </a:r>
          </a:p>
          <a:p>
            <a:pPr lvl="1">
              <a:buFont typeface="Arial" panose="020B0604020202020204" pitchFamily="34" charset="0"/>
              <a:buChar char="•"/>
            </a:pPr>
            <a:r>
              <a:rPr lang="en-US" dirty="0">
                <a:latin typeface="Avenir Medium" panose="02000503020000020003"/>
                <a:ea typeface="ＭＳ Ｐゴシック"/>
                <a:cs typeface="Helvetica"/>
              </a:rPr>
              <a:t>Admissions by Medical Condition: Shows frequency of reasons for admittance, supports trend spotting for seasonal or recurring conditions</a:t>
            </a:r>
          </a:p>
          <a:p>
            <a:pPr lvl="1">
              <a:buFont typeface="Arial" panose="020B0604020202020204" pitchFamily="34" charset="0"/>
              <a:buChar char="•"/>
            </a:pPr>
            <a:r>
              <a:rPr lang="en-US" dirty="0">
                <a:latin typeface="Avenir Medium" panose="02000503020000020003"/>
                <a:ea typeface="ＭＳ Ｐゴシック"/>
                <a:cs typeface="Helvetica"/>
              </a:rPr>
              <a:t>Trendline Forecast Visualization: Predictive admissions model based on recent data, forecast supports bed capacity and staffing decisions</a:t>
            </a:r>
          </a:p>
        </p:txBody>
      </p:sp>
      <p:sp>
        <p:nvSpPr>
          <p:cNvPr id="10" name="Text Box 13">
            <a:extLst>
              <a:ext uri="{FF2B5EF4-FFF2-40B4-BE49-F238E27FC236}">
                <a16:creationId xmlns:a16="http://schemas.microsoft.com/office/drawing/2014/main" id="{49AF7EDA-A178-98C2-D741-B043985C18F9}"/>
              </a:ext>
            </a:extLst>
          </p:cNvPr>
          <p:cNvSpPr txBox="1">
            <a:spLocks noChangeArrowheads="1"/>
          </p:cNvSpPr>
          <p:nvPr/>
        </p:nvSpPr>
        <p:spPr bwMode="auto">
          <a:xfrm>
            <a:off x="32986436" y="5146891"/>
            <a:ext cx="9010650" cy="20353806"/>
          </a:xfrm>
          <a:prstGeom prst="rect">
            <a:avLst/>
          </a:prstGeom>
          <a:solidFill>
            <a:schemeClr val="bg1"/>
          </a:solidFill>
          <a:ln w="38100">
            <a:solidFill>
              <a:srgbClr val="000000"/>
            </a:solidFill>
            <a:round/>
            <a:headEnd/>
            <a:tailEnd/>
          </a:ln>
        </p:spPr>
        <p:txBody>
          <a:bodyPr lIns="783771" tIns="391886" rIns="783771" bIns="783771"/>
          <a:lstStyle>
            <a:lvl1pPr eaLnBrk="0" hangingPunct="0">
              <a:tabLst>
                <a:tab pos="635000" algn="l"/>
              </a:tabLst>
              <a:defRPr sz="3200">
                <a:solidFill>
                  <a:schemeClr val="tx1"/>
                </a:solidFill>
                <a:latin typeface="Helvetica" pitchFamily="2" charset="0"/>
                <a:ea typeface="ＭＳ Ｐゴシック" panose="020B0600070205080204" pitchFamily="34" charset="-128"/>
              </a:defRPr>
            </a:lvl1pPr>
            <a:lvl2pPr marL="742950" indent="-285750" eaLnBrk="0" hangingPunct="0">
              <a:tabLst>
                <a:tab pos="635000" algn="l"/>
              </a:tabLst>
              <a:defRPr sz="3200">
                <a:solidFill>
                  <a:schemeClr val="tx1"/>
                </a:solidFill>
                <a:latin typeface="Helvetica" pitchFamily="2" charset="0"/>
                <a:ea typeface="ＭＳ Ｐゴシック" panose="020B0600070205080204" pitchFamily="34" charset="-128"/>
              </a:defRPr>
            </a:lvl2pPr>
            <a:lvl3pPr marL="1143000" indent="-228600" eaLnBrk="0" hangingPunct="0">
              <a:tabLst>
                <a:tab pos="635000" algn="l"/>
              </a:tabLst>
              <a:defRPr sz="3200">
                <a:solidFill>
                  <a:schemeClr val="tx1"/>
                </a:solidFill>
                <a:latin typeface="Helvetica" pitchFamily="2" charset="0"/>
                <a:ea typeface="ＭＳ Ｐゴシック" panose="020B0600070205080204" pitchFamily="34" charset="-128"/>
              </a:defRPr>
            </a:lvl3pPr>
            <a:lvl4pPr marL="1600200" indent="-228600" eaLnBrk="0" hangingPunct="0">
              <a:tabLst>
                <a:tab pos="635000" algn="l"/>
              </a:tabLst>
              <a:defRPr sz="3200">
                <a:solidFill>
                  <a:schemeClr val="tx1"/>
                </a:solidFill>
                <a:latin typeface="Helvetica" pitchFamily="2" charset="0"/>
                <a:ea typeface="ＭＳ Ｐゴシック" panose="020B0600070205080204" pitchFamily="34" charset="-128"/>
              </a:defRPr>
            </a:lvl4pPr>
            <a:lvl5pPr marL="2057400" indent="-228600" eaLnBrk="0" hangingPunct="0">
              <a:tabLst>
                <a:tab pos="635000" algn="l"/>
              </a:tabLst>
              <a:defRPr sz="3200">
                <a:solidFill>
                  <a:schemeClr val="tx1"/>
                </a:solidFill>
                <a:latin typeface="Helvetica" pitchFamily="2" charset="0"/>
                <a:ea typeface="ＭＳ Ｐゴシック" panose="020B0600070205080204" pitchFamily="34" charset="-128"/>
              </a:defRPr>
            </a:lvl5pPr>
            <a:lvl6pPr marL="2514600" indent="-228600" eaLnBrk="0" fontAlgn="base" hangingPunct="0">
              <a:spcBef>
                <a:spcPct val="0"/>
              </a:spcBef>
              <a:spcAft>
                <a:spcPct val="0"/>
              </a:spcAft>
              <a:tabLst>
                <a:tab pos="635000" algn="l"/>
              </a:tabLst>
              <a:defRPr sz="3200">
                <a:solidFill>
                  <a:schemeClr val="tx1"/>
                </a:solidFill>
                <a:latin typeface="Helvetica" pitchFamily="2" charset="0"/>
                <a:ea typeface="ＭＳ Ｐゴシック" panose="020B0600070205080204" pitchFamily="34" charset="-128"/>
              </a:defRPr>
            </a:lvl6pPr>
            <a:lvl7pPr marL="2971800" indent="-228600" eaLnBrk="0" fontAlgn="base" hangingPunct="0">
              <a:spcBef>
                <a:spcPct val="0"/>
              </a:spcBef>
              <a:spcAft>
                <a:spcPct val="0"/>
              </a:spcAft>
              <a:tabLst>
                <a:tab pos="635000" algn="l"/>
              </a:tabLst>
              <a:defRPr sz="3200">
                <a:solidFill>
                  <a:schemeClr val="tx1"/>
                </a:solidFill>
                <a:latin typeface="Helvetica" pitchFamily="2" charset="0"/>
                <a:ea typeface="ＭＳ Ｐゴシック" panose="020B0600070205080204" pitchFamily="34" charset="-128"/>
              </a:defRPr>
            </a:lvl7pPr>
            <a:lvl8pPr marL="3429000" indent="-228600" eaLnBrk="0" fontAlgn="base" hangingPunct="0">
              <a:spcBef>
                <a:spcPct val="0"/>
              </a:spcBef>
              <a:spcAft>
                <a:spcPct val="0"/>
              </a:spcAft>
              <a:tabLst>
                <a:tab pos="635000" algn="l"/>
              </a:tabLst>
              <a:defRPr sz="3200">
                <a:solidFill>
                  <a:schemeClr val="tx1"/>
                </a:solidFill>
                <a:latin typeface="Helvetica" pitchFamily="2" charset="0"/>
                <a:ea typeface="ＭＳ Ｐゴシック" panose="020B0600070205080204" pitchFamily="34" charset="-128"/>
              </a:defRPr>
            </a:lvl8pPr>
            <a:lvl9pPr marL="3886200" indent="-228600" eaLnBrk="0" fontAlgn="base" hangingPunct="0">
              <a:spcBef>
                <a:spcPct val="0"/>
              </a:spcBef>
              <a:spcAft>
                <a:spcPct val="0"/>
              </a:spcAft>
              <a:tabLst>
                <a:tab pos="635000" algn="l"/>
              </a:tabLst>
              <a:defRPr sz="3200">
                <a:solidFill>
                  <a:schemeClr val="tx1"/>
                </a:solidFill>
                <a:latin typeface="Helvetica" pitchFamily="2" charset="0"/>
                <a:ea typeface="ＭＳ Ｐゴシック" panose="020B0600070205080204" pitchFamily="34" charset="-128"/>
              </a:defRPr>
            </a:lvl9pPr>
          </a:lstStyle>
          <a:p>
            <a:pPr eaLnBrk="1" hangingPunct="1">
              <a:lnSpc>
                <a:spcPct val="150000"/>
              </a:lnSpc>
              <a:spcBef>
                <a:spcPct val="50000"/>
              </a:spcBef>
            </a:pPr>
            <a:r>
              <a:rPr lang="en-US" altLang="en-US" sz="4000" b="1" dirty="0">
                <a:solidFill>
                  <a:srgbClr val="004A99"/>
                </a:solidFill>
                <a:latin typeface="Avenir Heavy" panose="02000503020000020003" pitchFamily="2" charset="0"/>
              </a:rPr>
              <a:t>Technical Details</a:t>
            </a:r>
          </a:p>
          <a:p>
            <a:r>
              <a:rPr lang="en-US" sz="3300" b="1" dirty="0">
                <a:latin typeface="Avenir Medium" panose="02000503020000020003"/>
              </a:rPr>
              <a:t>Architecture</a:t>
            </a:r>
          </a:p>
          <a:p>
            <a:pPr marL="457200" indent="-457200">
              <a:buFont typeface="Arial" panose="020B0604020202020204" pitchFamily="34" charset="0"/>
              <a:buChar char="•"/>
            </a:pPr>
            <a:r>
              <a:rPr lang="en-US" sz="3300" dirty="0">
                <a:latin typeface="Avenir Medium" panose="02000503020000020003"/>
              </a:rPr>
              <a:t>GCP-hosted architecture combining Cloud Run, Cloud SQL, Cloud Storage, and Eventarc</a:t>
            </a:r>
          </a:p>
          <a:p>
            <a:pPr marL="457200" indent="-457200">
              <a:buFont typeface="Arial" panose="020B0604020202020204" pitchFamily="34" charset="0"/>
              <a:buChar char="•"/>
            </a:pPr>
            <a:r>
              <a:rPr lang="en-US" sz="3300" dirty="0">
                <a:latin typeface="Avenir Medium" panose="02000503020000020003"/>
              </a:rPr>
              <a:t>Backend written in JavaScript (Node.js) and deployed as a containerized service</a:t>
            </a:r>
          </a:p>
          <a:p>
            <a:pPr marL="457200" indent="-457200">
              <a:buFont typeface="Arial" panose="020B0604020202020204" pitchFamily="34" charset="0"/>
              <a:buChar char="•"/>
            </a:pPr>
            <a:r>
              <a:rPr lang="en-US" sz="3300" dirty="0">
                <a:latin typeface="Avenir Medium" panose="02000503020000020003"/>
              </a:rPr>
              <a:t>All communications secured using HTTPS and Google IAM policies</a:t>
            </a:r>
          </a:p>
          <a:p>
            <a:endParaRPr lang="en-US" sz="3300" dirty="0">
              <a:latin typeface="Avenir Medium" panose="02000503020000020003"/>
            </a:endParaRPr>
          </a:p>
          <a:p>
            <a:r>
              <a:rPr lang="en-US" sz="3300" b="1" dirty="0">
                <a:latin typeface="Avenir Medium" panose="02000503020000020003"/>
              </a:rPr>
              <a:t>Data Flow</a:t>
            </a:r>
          </a:p>
          <a:p>
            <a:pPr marL="514350" indent="-514350">
              <a:buFont typeface="+mj-lt"/>
              <a:buAutoNum type="arabicPeriod"/>
            </a:pPr>
            <a:r>
              <a:rPr lang="en-US" sz="3300" dirty="0">
                <a:latin typeface="Avenir Medium" panose="02000503020000020003"/>
              </a:rPr>
              <a:t>Mock data CSVs uploaded → Cloud Storage</a:t>
            </a:r>
          </a:p>
          <a:p>
            <a:pPr marL="514350" indent="-514350">
              <a:buFont typeface="+mj-lt"/>
              <a:buAutoNum type="arabicPeriod"/>
            </a:pPr>
            <a:r>
              <a:rPr lang="en-US" sz="3300" dirty="0">
                <a:latin typeface="Avenir Medium" panose="02000503020000020003"/>
              </a:rPr>
              <a:t>Eventarc detects upload → triggers Cloud Run</a:t>
            </a:r>
          </a:p>
          <a:p>
            <a:pPr marL="514350" indent="-514350">
              <a:buFont typeface="+mj-lt"/>
              <a:buAutoNum type="arabicPeriod"/>
            </a:pPr>
            <a:r>
              <a:rPr lang="en-US" sz="3300" dirty="0">
                <a:latin typeface="Avenir Medium" panose="02000503020000020003"/>
              </a:rPr>
              <a:t>Backend parses file → updates Cloud SQL tables</a:t>
            </a:r>
          </a:p>
          <a:p>
            <a:pPr marL="514350" indent="-514350">
              <a:buFont typeface="+mj-lt"/>
              <a:buAutoNum type="arabicPeriod"/>
            </a:pPr>
            <a:r>
              <a:rPr lang="en-US" sz="3300" dirty="0">
                <a:latin typeface="Avenir Medium" panose="02000503020000020003"/>
              </a:rPr>
              <a:t>Dashboard &amp; Insights pages refresh with new data</a:t>
            </a:r>
          </a:p>
          <a:p>
            <a:endParaRPr lang="en-US" sz="3300" dirty="0">
              <a:latin typeface="Avenir Medium" panose="02000503020000020003"/>
            </a:endParaRPr>
          </a:p>
          <a:p>
            <a:r>
              <a:rPr lang="en-US" sz="3300" b="1" dirty="0">
                <a:latin typeface="Avenir Medium" panose="02000503020000020003"/>
              </a:rPr>
              <a:t>Tools &amp; Technologies</a:t>
            </a:r>
          </a:p>
          <a:p>
            <a:pPr marL="457200" indent="-457200">
              <a:buFont typeface="Arial" panose="020B0604020202020204" pitchFamily="34" charset="0"/>
              <a:buChar char="•"/>
            </a:pPr>
            <a:r>
              <a:rPr lang="en-US" sz="3300" dirty="0">
                <a:latin typeface="Avenir Medium" panose="02000503020000020003"/>
              </a:rPr>
              <a:t>Frontend: HTML, CSS, JavaScript</a:t>
            </a:r>
          </a:p>
          <a:p>
            <a:pPr marL="457200" indent="-457200">
              <a:buFont typeface="Arial" panose="020B0604020202020204" pitchFamily="34" charset="0"/>
              <a:buChar char="•"/>
            </a:pPr>
            <a:r>
              <a:rPr lang="en-US" sz="3300" dirty="0">
                <a:latin typeface="Avenir Medium" panose="02000503020000020003"/>
              </a:rPr>
              <a:t>Backend: Node.js (Cloud Run)</a:t>
            </a:r>
          </a:p>
          <a:p>
            <a:pPr marL="457200" indent="-457200">
              <a:buFont typeface="Arial" panose="020B0604020202020204" pitchFamily="34" charset="0"/>
              <a:buChar char="•"/>
            </a:pPr>
            <a:r>
              <a:rPr lang="en-US" sz="3300" dirty="0">
                <a:latin typeface="Avenir Medium" panose="02000503020000020003"/>
              </a:rPr>
              <a:t>Database: Cloud SQL (MySQL)</a:t>
            </a:r>
          </a:p>
          <a:p>
            <a:pPr marL="457200" indent="-457200">
              <a:buFont typeface="Arial" panose="020B0604020202020204" pitchFamily="34" charset="0"/>
              <a:buChar char="•"/>
            </a:pPr>
            <a:r>
              <a:rPr lang="en-US" sz="3300" dirty="0">
                <a:latin typeface="Avenir Medium" panose="02000503020000020003"/>
              </a:rPr>
              <a:t>Auth: Firebase Authentication</a:t>
            </a:r>
          </a:p>
          <a:p>
            <a:pPr marL="457200" indent="-457200">
              <a:buFont typeface="Arial" panose="020B0604020202020204" pitchFamily="34" charset="0"/>
              <a:buChar char="•"/>
            </a:pPr>
            <a:r>
              <a:rPr lang="en-US" sz="3300" dirty="0">
                <a:latin typeface="Avenir Medium" panose="02000503020000020003"/>
              </a:rPr>
              <a:t>Analytics: Google Looker Studio</a:t>
            </a:r>
          </a:p>
          <a:p>
            <a:pPr marL="457200" indent="-457200">
              <a:buFont typeface="Arial" panose="020B0604020202020204" pitchFamily="34" charset="0"/>
              <a:buChar char="•"/>
            </a:pPr>
            <a:r>
              <a:rPr lang="en-US" sz="3300" dirty="0">
                <a:latin typeface="Avenir Medium" panose="02000503020000020003"/>
              </a:rPr>
              <a:t>Dev Tools: GitHub, VS Code, Docker</a:t>
            </a:r>
          </a:p>
          <a:p>
            <a:endParaRPr lang="en-US" sz="3300" b="1" dirty="0">
              <a:latin typeface="Avenir Medium" panose="02000503020000020003"/>
            </a:endParaRPr>
          </a:p>
          <a:p>
            <a:r>
              <a:rPr lang="en-US" sz="3300" b="1" dirty="0">
                <a:latin typeface="Avenir Medium" panose="02000503020000020003"/>
              </a:rPr>
              <a:t>Database Schema Tables:</a:t>
            </a:r>
          </a:p>
          <a:p>
            <a:r>
              <a:rPr lang="en-US" sz="3300" dirty="0">
                <a:latin typeface="Avenir Medium" panose="02000503020000020003"/>
              </a:rPr>
              <a:t>Patients, Beds, Wards, Admissions, Users, Forecasts</a:t>
            </a:r>
          </a:p>
          <a:p>
            <a:pPr eaLnBrk="1" hangingPunct="1">
              <a:spcBef>
                <a:spcPct val="50000"/>
              </a:spcBef>
            </a:pPr>
            <a:endParaRPr lang="en-US" altLang="en-US" sz="4000" b="1" dirty="0">
              <a:solidFill>
                <a:srgbClr val="004A99"/>
              </a:solidFill>
              <a:latin typeface="Avenir Heavy" panose="02000503020000020003" pitchFamily="2" charset="0"/>
            </a:endParaRPr>
          </a:p>
        </p:txBody>
      </p:sp>
      <p:sp>
        <p:nvSpPr>
          <p:cNvPr id="11" name="Text Box 14">
            <a:extLst>
              <a:ext uri="{FF2B5EF4-FFF2-40B4-BE49-F238E27FC236}">
                <a16:creationId xmlns:a16="http://schemas.microsoft.com/office/drawing/2014/main" id="{850ED286-0600-AE08-2EE9-741CB1144F78}"/>
              </a:ext>
            </a:extLst>
          </p:cNvPr>
          <p:cNvSpPr txBox="1">
            <a:spLocks noChangeArrowheads="1"/>
          </p:cNvSpPr>
          <p:nvPr/>
        </p:nvSpPr>
        <p:spPr bwMode="auto">
          <a:xfrm>
            <a:off x="1285688" y="3213360"/>
            <a:ext cx="40886743" cy="13058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235131" tIns="235131" rIns="235131" bIns="235131" anchor="ctr">
            <a:spAutoFit/>
          </a:bodyPr>
          <a:lstStyle>
            <a:lvl1pPr eaLnBrk="0" hangingPunct="0">
              <a:defRPr sz="3200">
                <a:solidFill>
                  <a:schemeClr val="tx1"/>
                </a:solidFill>
                <a:latin typeface="Helvetica" pitchFamily="2" charset="0"/>
                <a:ea typeface="ＭＳ Ｐゴシック" panose="020B0600070205080204" pitchFamily="34" charset="-128"/>
              </a:defRPr>
            </a:lvl1pPr>
            <a:lvl2pPr marL="742950" indent="-285750" eaLnBrk="0" hangingPunct="0">
              <a:defRPr sz="3200">
                <a:solidFill>
                  <a:schemeClr val="tx1"/>
                </a:solidFill>
                <a:latin typeface="Helvetica" pitchFamily="2" charset="0"/>
                <a:ea typeface="ＭＳ Ｐゴシック" panose="020B0600070205080204" pitchFamily="34" charset="-128"/>
              </a:defRPr>
            </a:lvl2pPr>
            <a:lvl3pPr marL="1143000" indent="-228600" eaLnBrk="0" hangingPunct="0">
              <a:defRPr sz="3200">
                <a:solidFill>
                  <a:schemeClr val="tx1"/>
                </a:solidFill>
                <a:latin typeface="Helvetica" pitchFamily="2" charset="0"/>
                <a:ea typeface="ＭＳ Ｐゴシック" panose="020B0600070205080204" pitchFamily="34" charset="-128"/>
              </a:defRPr>
            </a:lvl3pPr>
            <a:lvl4pPr marL="1600200" indent="-228600" eaLnBrk="0" hangingPunct="0">
              <a:defRPr sz="3200">
                <a:solidFill>
                  <a:schemeClr val="tx1"/>
                </a:solidFill>
                <a:latin typeface="Helvetica" pitchFamily="2" charset="0"/>
                <a:ea typeface="ＭＳ Ｐゴシック" panose="020B0600070205080204" pitchFamily="34" charset="-128"/>
              </a:defRPr>
            </a:lvl4pPr>
            <a:lvl5pPr marL="2057400" indent="-228600" eaLnBrk="0" hangingPunct="0">
              <a:defRPr sz="3200">
                <a:solidFill>
                  <a:schemeClr val="tx1"/>
                </a:solidFill>
                <a:latin typeface="Helvetica" pitchFamily="2" charset="0"/>
                <a:ea typeface="ＭＳ Ｐゴシック" panose="020B0600070205080204" pitchFamily="34" charset="-128"/>
              </a:defRPr>
            </a:lvl5pPr>
            <a:lvl6pPr marL="2514600" indent="-228600" eaLnBrk="0" fontAlgn="base" hangingPunct="0">
              <a:spcBef>
                <a:spcPct val="0"/>
              </a:spcBef>
              <a:spcAft>
                <a:spcPct val="0"/>
              </a:spcAft>
              <a:defRPr sz="3200">
                <a:solidFill>
                  <a:schemeClr val="tx1"/>
                </a:solidFill>
                <a:latin typeface="Helvetica" pitchFamily="2" charset="0"/>
                <a:ea typeface="ＭＳ Ｐゴシック" panose="020B0600070205080204" pitchFamily="34" charset="-128"/>
              </a:defRPr>
            </a:lvl6pPr>
            <a:lvl7pPr marL="2971800" indent="-228600" eaLnBrk="0" fontAlgn="base" hangingPunct="0">
              <a:spcBef>
                <a:spcPct val="0"/>
              </a:spcBef>
              <a:spcAft>
                <a:spcPct val="0"/>
              </a:spcAft>
              <a:defRPr sz="3200">
                <a:solidFill>
                  <a:schemeClr val="tx1"/>
                </a:solidFill>
                <a:latin typeface="Helvetica" pitchFamily="2" charset="0"/>
                <a:ea typeface="ＭＳ Ｐゴシック" panose="020B0600070205080204" pitchFamily="34" charset="-128"/>
              </a:defRPr>
            </a:lvl7pPr>
            <a:lvl8pPr marL="3429000" indent="-228600" eaLnBrk="0" fontAlgn="base" hangingPunct="0">
              <a:spcBef>
                <a:spcPct val="0"/>
              </a:spcBef>
              <a:spcAft>
                <a:spcPct val="0"/>
              </a:spcAft>
              <a:defRPr sz="3200">
                <a:solidFill>
                  <a:schemeClr val="tx1"/>
                </a:solidFill>
                <a:latin typeface="Helvetica" pitchFamily="2" charset="0"/>
                <a:ea typeface="ＭＳ Ｐゴシック" panose="020B0600070205080204" pitchFamily="34" charset="-128"/>
              </a:defRPr>
            </a:lvl8pPr>
            <a:lvl9pPr marL="3886200" indent="-228600" eaLnBrk="0" fontAlgn="base" hangingPunct="0">
              <a:spcBef>
                <a:spcPct val="0"/>
              </a:spcBef>
              <a:spcAft>
                <a:spcPct val="0"/>
              </a:spcAft>
              <a:defRPr sz="3200">
                <a:solidFill>
                  <a:schemeClr val="tx1"/>
                </a:solidFill>
                <a:latin typeface="Helvetica" pitchFamily="2" charset="0"/>
                <a:ea typeface="ＭＳ Ｐゴシック" panose="020B0600070205080204" pitchFamily="34" charset="-128"/>
              </a:defRPr>
            </a:lvl9pPr>
          </a:lstStyle>
          <a:p>
            <a:pPr algn="ctr" eaLnBrk="1" hangingPunct="1">
              <a:spcBef>
                <a:spcPct val="50000"/>
              </a:spcBef>
              <a:spcAft>
                <a:spcPts val="514"/>
              </a:spcAft>
            </a:pPr>
            <a:r>
              <a:rPr lang="en-US" altLang="en-US" sz="5143" dirty="0">
                <a:solidFill>
                  <a:schemeClr val="bg1"/>
                </a:solidFill>
                <a:latin typeface="Avenir Medium" panose="02000503020000020003" pitchFamily="2" charset="0"/>
              </a:rPr>
              <a:t>Jasmine Kue, Jacob Schorr, Stella Goodrich | </a:t>
            </a:r>
            <a:r>
              <a:rPr lang="en-US" sz="5143" dirty="0">
                <a:solidFill>
                  <a:schemeClr val="bg1"/>
                </a:solidFill>
                <a:latin typeface="Avenir Medium" panose="02000503020000020003" pitchFamily="2" charset="0"/>
              </a:rPr>
              <a:t>Advisor: Dr. Sorio Boit</a:t>
            </a:r>
            <a:endParaRPr lang="en-US" altLang="en-US" sz="5143" dirty="0">
              <a:solidFill>
                <a:schemeClr val="bg1"/>
              </a:solidFill>
              <a:latin typeface="Avenir Medium" panose="02000503020000020003" pitchFamily="2" charset="0"/>
            </a:endParaRPr>
          </a:p>
        </p:txBody>
      </p:sp>
      <p:sp>
        <p:nvSpPr>
          <p:cNvPr id="12" name="Rectangle 180">
            <a:extLst>
              <a:ext uri="{FF2B5EF4-FFF2-40B4-BE49-F238E27FC236}">
                <a16:creationId xmlns:a16="http://schemas.microsoft.com/office/drawing/2014/main" id="{31EA97EE-5E8F-D01E-B7DE-B10325B344C1}"/>
              </a:ext>
            </a:extLst>
          </p:cNvPr>
          <p:cNvSpPr>
            <a:spLocks noChangeArrowheads="1"/>
          </p:cNvSpPr>
          <p:nvPr/>
        </p:nvSpPr>
        <p:spPr bwMode="auto">
          <a:xfrm>
            <a:off x="660627" y="1314484"/>
            <a:ext cx="42386250" cy="142750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nchor="ctr">
            <a:spAutoFit/>
          </a:bodyPr>
          <a:lstStyle/>
          <a:p>
            <a:pPr algn="ctr">
              <a:lnSpc>
                <a:spcPct val="90000"/>
              </a:lnSpc>
              <a:defRPr/>
            </a:pPr>
            <a:r>
              <a:rPr lang="en-US" sz="9428" b="1" dirty="0">
                <a:ln>
                  <a:solidFill>
                    <a:schemeClr val="bg1"/>
                  </a:solidFill>
                </a:ln>
                <a:solidFill>
                  <a:schemeClr val="bg1"/>
                </a:solidFill>
                <a:latin typeface="Avenir Heavy"/>
                <a:ea typeface="ＭＳ Ｐゴシック" charset="0"/>
                <a:cs typeface="Avenir Heavy"/>
              </a:rPr>
              <a:t>Hospital Bed Management System – Medbed Systems</a:t>
            </a:r>
          </a:p>
        </p:txBody>
      </p:sp>
      <p:pic>
        <p:nvPicPr>
          <p:cNvPr id="13" name="Picture 12">
            <a:extLst>
              <a:ext uri="{FF2B5EF4-FFF2-40B4-BE49-F238E27FC236}">
                <a16:creationId xmlns:a16="http://schemas.microsoft.com/office/drawing/2014/main" id="{4E9FEFFE-8FE5-88A7-02ED-0DDABA61E90B}"/>
              </a:ext>
            </a:extLst>
          </p:cNvPr>
          <p:cNvPicPr>
            <a:picLocks noChangeAspect="1"/>
          </p:cNvPicPr>
          <p:nvPr/>
        </p:nvPicPr>
        <p:blipFill>
          <a:blip r:embed="rId4"/>
          <a:srcRect/>
          <a:stretch/>
        </p:blipFill>
        <p:spPr>
          <a:xfrm>
            <a:off x="1718769" y="679248"/>
            <a:ext cx="5043237" cy="3307578"/>
          </a:xfrm>
          <a:prstGeom prst="rect">
            <a:avLst/>
          </a:prstGeom>
        </p:spPr>
      </p:pic>
      <p:sp>
        <p:nvSpPr>
          <p:cNvPr id="14" name="Text Box 15">
            <a:extLst>
              <a:ext uri="{FF2B5EF4-FFF2-40B4-BE49-F238E27FC236}">
                <a16:creationId xmlns:a16="http://schemas.microsoft.com/office/drawing/2014/main" id="{E5A8F88E-33EB-2F13-E00F-82737E9F6AE0}"/>
              </a:ext>
            </a:extLst>
          </p:cNvPr>
          <p:cNvSpPr txBox="1">
            <a:spLocks noChangeArrowheads="1"/>
          </p:cNvSpPr>
          <p:nvPr/>
        </p:nvSpPr>
        <p:spPr bwMode="auto">
          <a:xfrm>
            <a:off x="32983715" y="26195890"/>
            <a:ext cx="9013371" cy="5883752"/>
          </a:xfrm>
          <a:prstGeom prst="rect">
            <a:avLst/>
          </a:prstGeom>
          <a:solidFill>
            <a:schemeClr val="bg1"/>
          </a:solidFill>
          <a:ln w="38100">
            <a:solidFill>
              <a:srgbClr val="000000"/>
            </a:solidFill>
            <a:round/>
            <a:headEnd/>
            <a:tailEnd/>
          </a:ln>
        </p:spPr>
        <p:txBody>
          <a:bodyPr lIns="783771" tIns="391886" rIns="783771" bIns="783771" anchor="t"/>
          <a:lstStyle>
            <a:lvl1pPr marL="500063" indent="-500063" eaLnBrk="0" hangingPunct="0">
              <a:defRPr sz="3200">
                <a:solidFill>
                  <a:schemeClr val="tx1"/>
                </a:solidFill>
                <a:latin typeface="Helvetica" pitchFamily="2" charset="0"/>
                <a:ea typeface="ＭＳ Ｐゴシック" panose="020B0600070205080204" pitchFamily="34" charset="-128"/>
              </a:defRPr>
            </a:lvl1pPr>
            <a:lvl2pPr marL="742950" indent="-285750" eaLnBrk="0" hangingPunct="0">
              <a:defRPr sz="3200">
                <a:solidFill>
                  <a:schemeClr val="tx1"/>
                </a:solidFill>
                <a:latin typeface="Helvetica" pitchFamily="2" charset="0"/>
                <a:ea typeface="ＭＳ Ｐゴシック" panose="020B0600070205080204" pitchFamily="34" charset="-128"/>
              </a:defRPr>
            </a:lvl2pPr>
            <a:lvl3pPr marL="1143000" indent="-228600" eaLnBrk="0" hangingPunct="0">
              <a:defRPr sz="3200">
                <a:solidFill>
                  <a:schemeClr val="tx1"/>
                </a:solidFill>
                <a:latin typeface="Helvetica" pitchFamily="2" charset="0"/>
                <a:ea typeface="ＭＳ Ｐゴシック" panose="020B0600070205080204" pitchFamily="34" charset="-128"/>
              </a:defRPr>
            </a:lvl3pPr>
            <a:lvl4pPr marL="1600200" indent="-228600" eaLnBrk="0" hangingPunct="0">
              <a:defRPr sz="3200">
                <a:solidFill>
                  <a:schemeClr val="tx1"/>
                </a:solidFill>
                <a:latin typeface="Helvetica" pitchFamily="2" charset="0"/>
                <a:ea typeface="ＭＳ Ｐゴシック" panose="020B0600070205080204" pitchFamily="34" charset="-128"/>
              </a:defRPr>
            </a:lvl4pPr>
            <a:lvl5pPr marL="2057400" indent="-228600" eaLnBrk="0" hangingPunct="0">
              <a:defRPr sz="3200">
                <a:solidFill>
                  <a:schemeClr val="tx1"/>
                </a:solidFill>
                <a:latin typeface="Helvetica" pitchFamily="2" charset="0"/>
                <a:ea typeface="ＭＳ Ｐゴシック" panose="020B0600070205080204" pitchFamily="34" charset="-128"/>
              </a:defRPr>
            </a:lvl5pPr>
            <a:lvl6pPr marL="2514600" indent="-228600" eaLnBrk="0" fontAlgn="base" hangingPunct="0">
              <a:spcBef>
                <a:spcPct val="0"/>
              </a:spcBef>
              <a:spcAft>
                <a:spcPct val="0"/>
              </a:spcAft>
              <a:defRPr sz="3200">
                <a:solidFill>
                  <a:schemeClr val="tx1"/>
                </a:solidFill>
                <a:latin typeface="Helvetica" pitchFamily="2" charset="0"/>
                <a:ea typeface="ＭＳ Ｐゴシック" panose="020B0600070205080204" pitchFamily="34" charset="-128"/>
              </a:defRPr>
            </a:lvl6pPr>
            <a:lvl7pPr marL="2971800" indent="-228600" eaLnBrk="0" fontAlgn="base" hangingPunct="0">
              <a:spcBef>
                <a:spcPct val="0"/>
              </a:spcBef>
              <a:spcAft>
                <a:spcPct val="0"/>
              </a:spcAft>
              <a:defRPr sz="3200">
                <a:solidFill>
                  <a:schemeClr val="tx1"/>
                </a:solidFill>
                <a:latin typeface="Helvetica" pitchFamily="2" charset="0"/>
                <a:ea typeface="ＭＳ Ｐゴシック" panose="020B0600070205080204" pitchFamily="34" charset="-128"/>
              </a:defRPr>
            </a:lvl7pPr>
            <a:lvl8pPr marL="3429000" indent="-228600" eaLnBrk="0" fontAlgn="base" hangingPunct="0">
              <a:spcBef>
                <a:spcPct val="0"/>
              </a:spcBef>
              <a:spcAft>
                <a:spcPct val="0"/>
              </a:spcAft>
              <a:defRPr sz="3200">
                <a:solidFill>
                  <a:schemeClr val="tx1"/>
                </a:solidFill>
                <a:latin typeface="Helvetica" pitchFamily="2" charset="0"/>
                <a:ea typeface="ＭＳ Ｐゴシック" panose="020B0600070205080204" pitchFamily="34" charset="-128"/>
              </a:defRPr>
            </a:lvl8pPr>
            <a:lvl9pPr marL="3886200" indent="-228600" eaLnBrk="0" fontAlgn="base" hangingPunct="0">
              <a:spcBef>
                <a:spcPct val="0"/>
              </a:spcBef>
              <a:spcAft>
                <a:spcPct val="0"/>
              </a:spcAft>
              <a:defRPr sz="3200">
                <a:solidFill>
                  <a:schemeClr val="tx1"/>
                </a:solidFill>
                <a:latin typeface="Helvetica" pitchFamily="2" charset="0"/>
                <a:ea typeface="ＭＳ Ｐゴシック" panose="020B0600070205080204" pitchFamily="34" charset="-128"/>
              </a:defRPr>
            </a:lvl9pPr>
          </a:lstStyle>
          <a:p>
            <a:pPr eaLnBrk="1" hangingPunct="1">
              <a:spcBef>
                <a:spcPct val="50000"/>
              </a:spcBef>
            </a:pPr>
            <a:r>
              <a:rPr lang="en-US" altLang="en-US" sz="4000" b="1" dirty="0">
                <a:solidFill>
                  <a:srgbClr val="004A99"/>
                </a:solidFill>
                <a:latin typeface="Avenir Heavy" panose="02000503020000020003" pitchFamily="2" charset="0"/>
              </a:rPr>
              <a:t>Future Work</a:t>
            </a:r>
          </a:p>
          <a:p>
            <a:pPr>
              <a:buFont typeface="Arial" panose="020B0604020202020204" pitchFamily="34" charset="0"/>
              <a:buChar char="•"/>
            </a:pPr>
            <a:r>
              <a:rPr lang="en-US" sz="3100" dirty="0">
                <a:latin typeface="Avenir Medium" panose="02000503020000020003"/>
              </a:rPr>
              <a:t>Add detailed role-based access control (admins, nurses, physicians)</a:t>
            </a:r>
          </a:p>
          <a:p>
            <a:pPr>
              <a:buFont typeface="Arial" panose="020B0604020202020204" pitchFamily="34" charset="0"/>
              <a:buChar char="•"/>
            </a:pPr>
            <a:r>
              <a:rPr lang="en-US" sz="3100" dirty="0">
                <a:latin typeface="Avenir Medium" panose="02000503020000020003"/>
              </a:rPr>
              <a:t>Expand dashboard interactivity with filters and drill-down options</a:t>
            </a:r>
          </a:p>
          <a:p>
            <a:pPr>
              <a:buFont typeface="Arial" panose="020B0604020202020204" pitchFamily="34" charset="0"/>
              <a:buChar char="•"/>
            </a:pPr>
            <a:r>
              <a:rPr lang="en-US" sz="3100" dirty="0">
                <a:latin typeface="Avenir Medium" panose="02000503020000020003"/>
              </a:rPr>
              <a:t>Implement real-time alerts for bed availability and occupancy thresholds</a:t>
            </a:r>
          </a:p>
          <a:p>
            <a:pPr>
              <a:buFont typeface="Arial" panose="020B0604020202020204" pitchFamily="34" charset="0"/>
              <a:buChar char="•"/>
            </a:pPr>
            <a:r>
              <a:rPr lang="en-US" sz="3100" dirty="0">
                <a:latin typeface="Avenir Medium" panose="02000503020000020003"/>
              </a:rPr>
              <a:t>Develop automated bed assignment recommendations</a:t>
            </a:r>
          </a:p>
          <a:p>
            <a:pPr>
              <a:buFont typeface="Arial" panose="020B0604020202020204" pitchFamily="34" charset="0"/>
              <a:buChar char="•"/>
            </a:pPr>
            <a:r>
              <a:rPr lang="en-US" sz="3100" dirty="0">
                <a:latin typeface="Avenir Medium" panose="02000503020000020003"/>
              </a:rPr>
              <a:t>Integrate predictive modeling for hospital flow and staffing needs</a:t>
            </a:r>
            <a:endParaRPr lang="en-US" altLang="en-US" sz="3100" dirty="0">
              <a:latin typeface="Avenir Medium" panose="02000503020000020003"/>
            </a:endParaRPr>
          </a:p>
          <a:p>
            <a:pPr eaLnBrk="1" hangingPunct="1">
              <a:spcBef>
                <a:spcPct val="10000"/>
              </a:spcBef>
            </a:pPr>
            <a:endParaRPr lang="en-US" altLang="en-US" sz="2400" dirty="0">
              <a:latin typeface="Avenir Book" panose="02000503020000020003" pitchFamily="2" charset="0"/>
            </a:endParaRPr>
          </a:p>
        </p:txBody>
      </p:sp>
      <p:pic>
        <p:nvPicPr>
          <p:cNvPr id="15" name="Picture 14">
            <a:extLst>
              <a:ext uri="{FF2B5EF4-FFF2-40B4-BE49-F238E27FC236}">
                <a16:creationId xmlns:a16="http://schemas.microsoft.com/office/drawing/2014/main" id="{EBF5FB8D-EE79-447E-13C4-82A0F8FD5320}"/>
              </a:ext>
            </a:extLst>
          </p:cNvPr>
          <p:cNvPicPr>
            <a:picLocks noChangeAspect="1"/>
          </p:cNvPicPr>
          <p:nvPr/>
        </p:nvPicPr>
        <p:blipFill>
          <a:blip r:embed="rId5"/>
          <a:stretch>
            <a:fillRect/>
          </a:stretch>
        </p:blipFill>
        <p:spPr>
          <a:xfrm>
            <a:off x="11850326" y="19489800"/>
            <a:ext cx="9704341" cy="5748301"/>
          </a:xfrm>
          <a:prstGeom prst="rect">
            <a:avLst/>
          </a:prstGeom>
          <a:solidFill>
            <a:schemeClr val="bg1"/>
          </a:solidFill>
          <a:ln w="38100">
            <a:solidFill>
              <a:srgbClr val="000000"/>
            </a:solidFill>
            <a:round/>
            <a:headEnd/>
            <a:tailEnd/>
          </a:ln>
        </p:spPr>
      </p:pic>
      <p:pic>
        <p:nvPicPr>
          <p:cNvPr id="1026" name="Picture 2">
            <a:extLst>
              <a:ext uri="{FF2B5EF4-FFF2-40B4-BE49-F238E27FC236}">
                <a16:creationId xmlns:a16="http://schemas.microsoft.com/office/drawing/2014/main" id="{58AD94A0-C49B-9DB6-BA18-2952A37B0D7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629600" y="21808954"/>
            <a:ext cx="7721600" cy="3267106"/>
          </a:xfrm>
          <a:prstGeom prst="rect">
            <a:avLst/>
          </a:prstGeom>
          <a:solidFill>
            <a:schemeClr val="bg1"/>
          </a:solidFill>
          <a:ln w="38100">
            <a:solidFill>
              <a:srgbClr val="000000"/>
            </a:solidFill>
            <a:round/>
            <a:headEnd/>
            <a:tailEnd/>
          </a:ln>
        </p:spPr>
      </p:pic>
      <p:pic>
        <p:nvPicPr>
          <p:cNvPr id="20" name="Picture 19" descr="A screenshot of a phone&#10;&#10;AI-generated content may be incorrect.">
            <a:extLst>
              <a:ext uri="{FF2B5EF4-FFF2-40B4-BE49-F238E27FC236}">
                <a16:creationId xmlns:a16="http://schemas.microsoft.com/office/drawing/2014/main" id="{29FF6B51-6BC2-4DCD-A366-F3F7C452BA0E}"/>
              </a:ext>
            </a:extLst>
          </p:cNvPr>
          <p:cNvPicPr>
            <a:picLocks noChangeAspect="1"/>
          </p:cNvPicPr>
          <p:nvPr/>
        </p:nvPicPr>
        <p:blipFill>
          <a:blip r:embed="rId7"/>
          <a:stretch>
            <a:fillRect/>
          </a:stretch>
        </p:blipFill>
        <p:spPr>
          <a:xfrm>
            <a:off x="2653576" y="24109680"/>
            <a:ext cx="7124336" cy="7524716"/>
          </a:xfrm>
          <a:prstGeom prst="rect">
            <a:avLst/>
          </a:prstGeom>
          <a:solidFill>
            <a:schemeClr val="bg1"/>
          </a:solidFill>
          <a:ln w="38100">
            <a:solidFill>
              <a:srgbClr val="000000"/>
            </a:solidFill>
            <a:round/>
            <a:headEnd/>
            <a:tailEnd/>
          </a:ln>
        </p:spPr>
      </p:pic>
      <p:pic>
        <p:nvPicPr>
          <p:cNvPr id="22" name="Picture 21">
            <a:extLst>
              <a:ext uri="{FF2B5EF4-FFF2-40B4-BE49-F238E27FC236}">
                <a16:creationId xmlns:a16="http://schemas.microsoft.com/office/drawing/2014/main" id="{F5EC3A14-CD21-CDE8-54D3-87F03AF987C6}"/>
              </a:ext>
            </a:extLst>
          </p:cNvPr>
          <p:cNvPicPr>
            <a:picLocks noChangeAspect="1"/>
          </p:cNvPicPr>
          <p:nvPr/>
        </p:nvPicPr>
        <p:blipFill>
          <a:blip r:embed="rId8"/>
          <a:srcRect r="3698"/>
          <a:stretch>
            <a:fillRect/>
          </a:stretch>
        </p:blipFill>
        <p:spPr>
          <a:xfrm>
            <a:off x="22192523" y="25793047"/>
            <a:ext cx="9664593" cy="5748301"/>
          </a:xfrm>
          <a:prstGeom prst="rect">
            <a:avLst/>
          </a:prstGeom>
          <a:solidFill>
            <a:schemeClr val="bg1"/>
          </a:solidFill>
          <a:ln w="38100">
            <a:solidFill>
              <a:srgbClr val="000000"/>
            </a:solidFill>
            <a:round/>
            <a:headEnd/>
            <a:tailEnd/>
          </a:ln>
        </p:spPr>
      </p:pic>
      <p:pic>
        <p:nvPicPr>
          <p:cNvPr id="24" name="Picture 23">
            <a:extLst>
              <a:ext uri="{FF2B5EF4-FFF2-40B4-BE49-F238E27FC236}">
                <a16:creationId xmlns:a16="http://schemas.microsoft.com/office/drawing/2014/main" id="{8CDBDB13-D37D-1997-C8A6-E67F74A7B8BD}"/>
              </a:ext>
            </a:extLst>
          </p:cNvPr>
          <p:cNvPicPr>
            <a:picLocks noChangeAspect="1"/>
          </p:cNvPicPr>
          <p:nvPr/>
        </p:nvPicPr>
        <p:blipFill>
          <a:blip r:embed="rId9"/>
          <a:stretch>
            <a:fillRect/>
          </a:stretch>
        </p:blipFill>
        <p:spPr>
          <a:xfrm>
            <a:off x="11843072" y="25793048"/>
            <a:ext cx="9706288" cy="5748302"/>
          </a:xfrm>
          <a:prstGeom prst="rect">
            <a:avLst/>
          </a:prstGeom>
          <a:solidFill>
            <a:schemeClr val="bg1"/>
          </a:solidFill>
          <a:ln w="38100">
            <a:solidFill>
              <a:srgbClr val="000000"/>
            </a:solidFill>
            <a:round/>
            <a:headEnd/>
            <a:tailEnd/>
          </a:ln>
        </p:spPr>
      </p:pic>
      <p:pic>
        <p:nvPicPr>
          <p:cNvPr id="26" name="Picture 25">
            <a:extLst>
              <a:ext uri="{FF2B5EF4-FFF2-40B4-BE49-F238E27FC236}">
                <a16:creationId xmlns:a16="http://schemas.microsoft.com/office/drawing/2014/main" id="{9C600A3C-467E-DEED-68B8-4FCA3A9CF410}"/>
              </a:ext>
            </a:extLst>
          </p:cNvPr>
          <p:cNvPicPr>
            <a:picLocks noChangeAspect="1"/>
          </p:cNvPicPr>
          <p:nvPr/>
        </p:nvPicPr>
        <p:blipFill>
          <a:blip r:embed="rId10"/>
          <a:stretch>
            <a:fillRect/>
          </a:stretch>
        </p:blipFill>
        <p:spPr>
          <a:xfrm>
            <a:off x="22197831" y="19489800"/>
            <a:ext cx="9659347" cy="5748301"/>
          </a:xfrm>
          <a:prstGeom prst="rect">
            <a:avLst/>
          </a:prstGeom>
          <a:solidFill>
            <a:schemeClr val="bg1"/>
          </a:solidFill>
          <a:ln w="38100">
            <a:solidFill>
              <a:srgbClr val="000000"/>
            </a:solidFill>
            <a:round/>
            <a:headEnd/>
            <a:tailEnd/>
          </a:ln>
        </p:spPr>
      </p:pic>
      <p:sp>
        <p:nvSpPr>
          <p:cNvPr id="3" name="TextBox 2">
            <a:extLst>
              <a:ext uri="{FF2B5EF4-FFF2-40B4-BE49-F238E27FC236}">
                <a16:creationId xmlns:a16="http://schemas.microsoft.com/office/drawing/2014/main" id="{3A568699-D686-BCEB-B4E5-6C32C367EAA0}"/>
              </a:ext>
            </a:extLst>
          </p:cNvPr>
          <p:cNvSpPr txBox="1"/>
          <p:nvPr/>
        </p:nvSpPr>
        <p:spPr>
          <a:xfrm>
            <a:off x="11750473" y="25238101"/>
            <a:ext cx="9706288" cy="477054"/>
          </a:xfrm>
          <a:prstGeom prst="rect">
            <a:avLst/>
          </a:prstGeom>
          <a:noFill/>
        </p:spPr>
        <p:txBody>
          <a:bodyPr wrap="square" rtlCol="0">
            <a:spAutoFit/>
          </a:bodyPr>
          <a:lstStyle/>
          <a:p>
            <a:r>
              <a:rPr lang="en-US" sz="2500" i="1" dirty="0">
                <a:latin typeface="Avenir Medium" panose="02000503020000020003"/>
              </a:rPr>
              <a:t>Figure 1. Medbed login screen built with Firebase Authentication.</a:t>
            </a:r>
            <a:endParaRPr lang="en-US" sz="2500" dirty="0">
              <a:latin typeface="Avenir Medium" panose="02000503020000020003"/>
            </a:endParaRPr>
          </a:p>
        </p:txBody>
      </p:sp>
      <p:sp>
        <p:nvSpPr>
          <p:cNvPr id="4" name="TextBox 3">
            <a:extLst>
              <a:ext uri="{FF2B5EF4-FFF2-40B4-BE49-F238E27FC236}">
                <a16:creationId xmlns:a16="http://schemas.microsoft.com/office/drawing/2014/main" id="{1BC30303-C653-972D-507D-512340C4AD0A}"/>
              </a:ext>
            </a:extLst>
          </p:cNvPr>
          <p:cNvSpPr txBox="1"/>
          <p:nvPr/>
        </p:nvSpPr>
        <p:spPr>
          <a:xfrm>
            <a:off x="11716326" y="31603916"/>
            <a:ext cx="10102528" cy="477054"/>
          </a:xfrm>
          <a:prstGeom prst="rect">
            <a:avLst/>
          </a:prstGeom>
          <a:noFill/>
        </p:spPr>
        <p:txBody>
          <a:bodyPr wrap="square" rtlCol="0">
            <a:spAutoFit/>
          </a:bodyPr>
          <a:lstStyle/>
          <a:p>
            <a:r>
              <a:rPr lang="en-US" sz="2500" i="1" dirty="0">
                <a:latin typeface="Avenir Medium" panose="02000503020000020003"/>
              </a:rPr>
              <a:t>Figure 3. Manage beds page showing real time availability/filtering options.</a:t>
            </a:r>
          </a:p>
        </p:txBody>
      </p:sp>
      <p:sp>
        <p:nvSpPr>
          <p:cNvPr id="5" name="TextBox 4">
            <a:extLst>
              <a:ext uri="{FF2B5EF4-FFF2-40B4-BE49-F238E27FC236}">
                <a16:creationId xmlns:a16="http://schemas.microsoft.com/office/drawing/2014/main" id="{60913CDA-789B-12C1-DA13-1EBAC5A7CFE0}"/>
              </a:ext>
            </a:extLst>
          </p:cNvPr>
          <p:cNvSpPr txBox="1"/>
          <p:nvPr/>
        </p:nvSpPr>
        <p:spPr>
          <a:xfrm>
            <a:off x="22088347" y="31603916"/>
            <a:ext cx="10460836" cy="477054"/>
          </a:xfrm>
          <a:prstGeom prst="rect">
            <a:avLst/>
          </a:prstGeom>
          <a:noFill/>
        </p:spPr>
        <p:txBody>
          <a:bodyPr wrap="square" rtlCol="0">
            <a:spAutoFit/>
          </a:bodyPr>
          <a:lstStyle/>
          <a:p>
            <a:r>
              <a:rPr lang="en-US" sz="2500" i="1" dirty="0">
                <a:latin typeface="Avenir Medium" panose="02000503020000020003"/>
              </a:rPr>
              <a:t>Figure 4. Insights page with Looker Studio admissions/forecasting analytics.</a:t>
            </a:r>
          </a:p>
        </p:txBody>
      </p:sp>
      <p:sp>
        <p:nvSpPr>
          <p:cNvPr id="8" name="TextBox 7">
            <a:extLst>
              <a:ext uri="{FF2B5EF4-FFF2-40B4-BE49-F238E27FC236}">
                <a16:creationId xmlns:a16="http://schemas.microsoft.com/office/drawing/2014/main" id="{E6FDC918-E4DD-1B9A-7800-01B2BD2225BE}"/>
              </a:ext>
            </a:extLst>
          </p:cNvPr>
          <p:cNvSpPr txBox="1"/>
          <p:nvPr/>
        </p:nvSpPr>
        <p:spPr>
          <a:xfrm>
            <a:off x="22088347" y="25238101"/>
            <a:ext cx="10460836" cy="477054"/>
          </a:xfrm>
          <a:prstGeom prst="rect">
            <a:avLst/>
          </a:prstGeom>
          <a:noFill/>
        </p:spPr>
        <p:txBody>
          <a:bodyPr wrap="square" rtlCol="0">
            <a:spAutoFit/>
          </a:bodyPr>
          <a:lstStyle/>
          <a:p>
            <a:r>
              <a:rPr lang="en-US" sz="2500" i="1" dirty="0">
                <a:latin typeface="Avenir Medium" panose="02000503020000020003"/>
              </a:rPr>
              <a:t>Figure 2. Dashboard view showing real-time bed occupancy/statistics.</a:t>
            </a:r>
          </a:p>
        </p:txBody>
      </p:sp>
    </p:spTree>
  </p:cSld>
  <p:clrMapOvr>
    <a:overrideClrMapping bg1="lt1" tx1="dk1" bg2="lt2" tx2="dk2" accent1="accent1" accent2="accent2" accent3="accent3" accent4="accent4" accent5="accent5" accent6="accent6" hlink="hlink" folHlink="folHlink"/>
  </p:clrMapOvr>
</p:sld>
</file>

<file path=ppt/theme/theme1.xml><?xml version="1.0" encoding="utf-8"?>
<a:theme xmlns:a="http://schemas.openxmlformats.org/drawingml/2006/main" name="Default Design">
  <a:themeElements>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efault Desig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raClrScheme>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Override1.xml><?xml version="1.0" encoding="utf-8"?>
<a:themeOverride xmlns:a="http://schemas.openxmlformats.org/drawingml/2006/main">
  <a:clrScheme name="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56C55F869278CE43AC20FBB21C1B0170" ma:contentTypeVersion="15" ma:contentTypeDescription="Create a new document." ma:contentTypeScope="" ma:versionID="c9a3a5245abfd89f58c9d8b6334d8307">
  <xsd:schema xmlns:xsd="http://www.w3.org/2001/XMLSchema" xmlns:xs="http://www.w3.org/2001/XMLSchema" xmlns:p="http://schemas.microsoft.com/office/2006/metadata/properties" xmlns:ns3="29f545f0-f811-47ee-b2ca-d00ba4d5b8d4" xmlns:ns4="ffb5a771-0fab-42c4-ac8b-8167a0ffe344" targetNamespace="http://schemas.microsoft.com/office/2006/metadata/properties" ma:root="true" ma:fieldsID="9721d656999aabb0e1740d5cab9e1856" ns3:_="" ns4:_="">
    <xsd:import namespace="29f545f0-f811-47ee-b2ca-d00ba4d5b8d4"/>
    <xsd:import namespace="ffb5a771-0fab-42c4-ac8b-8167a0ffe344"/>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element ref="ns4:SharedWithUsers" minOccurs="0"/>
                <xsd:element ref="ns4:SharedWithDetails" minOccurs="0"/>
                <xsd:element ref="ns4:SharingHintHash" minOccurs="0"/>
                <xsd:element ref="ns3:MediaServiceAutoTags" minOccurs="0"/>
                <xsd:element ref="ns3:MediaServiceGenerationTime" minOccurs="0"/>
                <xsd:element ref="ns3:MediaServiceEventHashCode" minOccurs="0"/>
                <xsd:element ref="ns3:MediaServiceDateTaken" minOccurs="0"/>
                <xsd:element ref="ns3:MediaServiceOCR" minOccurs="0"/>
                <xsd:element ref="ns3:_activity" minOccurs="0"/>
                <xsd:element ref="ns3:MediaServiceSearchProperties" minOccurs="0"/>
                <xsd:element ref="ns3: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9f545f0-f811-47ee-b2ca-d00ba4d5b8d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5" nillable="true" ma:displayName="Tags" ma:internalName="MediaServiceAutoTags"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dexed="true" ma:internalName="MediaServiceDateTaken"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_activity" ma:index="20" nillable="true" ma:displayName="_activity" ma:hidden="true" ma:internalName="_activity">
      <xsd:simpleType>
        <xsd:restriction base="dms:Note"/>
      </xsd:simpleType>
    </xsd:element>
    <xsd:element name="MediaServiceSearchProperties" ma:index="21" nillable="true" ma:displayName="MediaServiceSearchProperties" ma:hidden="true" ma:internalName="MediaServiceSearchProperties" ma:readOnly="true">
      <xsd:simpleType>
        <xsd:restriction base="dms:Note"/>
      </xsd:simpleType>
    </xsd:element>
    <xsd:element name="MediaServiceObjectDetectorVersions" ma:index="22"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fb5a771-0fab-42c4-ac8b-8167a0ffe34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SharingHintHash" ma:index="14"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29f545f0-f811-47ee-b2ca-d00ba4d5b8d4" xsi:nil="true"/>
  </documentManagement>
</p:properties>
</file>

<file path=customXml/itemProps1.xml><?xml version="1.0" encoding="utf-8"?>
<ds:datastoreItem xmlns:ds="http://schemas.openxmlformats.org/officeDocument/2006/customXml" ds:itemID="{B3049F35-649D-4AA9-9A13-52F01531F99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9f545f0-f811-47ee-b2ca-d00ba4d5b8d4"/>
    <ds:schemaRef ds:uri="ffb5a771-0fab-42c4-ac8b-8167a0ffe34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187C252B-90CF-4D7F-B57D-83CE177AB5B6}">
  <ds:schemaRefs>
    <ds:schemaRef ds:uri="http://schemas.microsoft.com/sharepoint/v3/contenttype/forms"/>
  </ds:schemaRefs>
</ds:datastoreItem>
</file>

<file path=customXml/itemProps3.xml><?xml version="1.0" encoding="utf-8"?>
<ds:datastoreItem xmlns:ds="http://schemas.openxmlformats.org/officeDocument/2006/customXml" ds:itemID="{BEE02A04-06A2-4BD6-97CF-B7B1A858964B}">
  <ds:schemaRefs>
    <ds:schemaRef ds:uri="http://schemas.microsoft.com/office/2006/metadata/properties"/>
    <ds:schemaRef ds:uri="http://schemas.microsoft.com/office/infopath/2007/PartnerControls"/>
    <ds:schemaRef ds:uri="29f545f0-f811-47ee-b2ca-d00ba4d5b8d4"/>
    <ds:schemaRef ds:uri="http://purl.org/dc/elements/1.1/"/>
    <ds:schemaRef ds:uri="ffb5a771-0fab-42c4-ac8b-8167a0ffe344"/>
    <ds:schemaRef ds:uri="http://www.w3.org/XML/1998/namespace"/>
    <ds:schemaRef ds:uri="http://schemas.openxmlformats.org/package/2006/metadata/core-properties"/>
    <ds:schemaRef ds:uri="http://purl.org/dc/terms/"/>
    <ds:schemaRef ds:uri="http://schemas.microsoft.com/office/2006/documentManagement/types"/>
    <ds:schemaRef ds:uri="http://purl.org/dc/dcmitype/"/>
  </ds:schemaRefs>
</ds:datastoreItem>
</file>

<file path=docProps/app.xml><?xml version="1.0" encoding="utf-8"?>
<Properties xmlns="http://schemas.openxmlformats.org/officeDocument/2006/extended-properties" xmlns:vt="http://schemas.openxmlformats.org/officeDocument/2006/docPropsVTypes">
  <TotalTime>7434</TotalTime>
  <Words>680</Words>
  <Application>Microsoft Office PowerPoint</Application>
  <PresentationFormat>Custom</PresentationFormat>
  <Paragraphs>60</Paragraphs>
  <Slides>1</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vt:i4>
      </vt:variant>
    </vt:vector>
  </HeadingPairs>
  <TitlesOfParts>
    <vt:vector size="10" baseType="lpstr">
      <vt:lpstr>ＭＳ Ｐゴシック</vt:lpstr>
      <vt:lpstr>Arial</vt:lpstr>
      <vt:lpstr>Avenir Book</vt:lpstr>
      <vt:lpstr>Avenir Heavy</vt:lpstr>
      <vt:lpstr>Avenir Medium</vt:lpstr>
      <vt:lpstr>Calibri</vt:lpstr>
      <vt:lpstr>Helvetica</vt:lpstr>
      <vt:lpstr>Times New Roman</vt:lpstr>
      <vt:lpstr>Default Design</vt:lpstr>
      <vt:lpstr>PowerPoint Presentation</vt:lpstr>
    </vt:vector>
  </TitlesOfParts>
  <Manager/>
  <Company/>
  <LinksUpToDate>false</LinksUpToDate>
  <SharedDoc>false</SharedDoc>
  <HyperlinkBase>https://colinpurrington.com/tips/poster-design</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Horizontal conference poster template</dc:title>
  <dc:subject>conference poster</dc:subject>
  <dc:creator>Colin Purrington</dc:creator>
  <cp:keywords>poster, conference, session, meeting, symposium, research, presentation</cp:keywords>
  <dc:description>Copyright Colin Purrington 2019</dc:description>
  <cp:lastModifiedBy>Stella G. Goodrich</cp:lastModifiedBy>
  <cp:revision>586</cp:revision>
  <cp:lastPrinted>2011-10-30T12:54:45Z</cp:lastPrinted>
  <dcterms:created xsi:type="dcterms:W3CDTF">2012-06-12T14:08:55Z</dcterms:created>
  <dcterms:modified xsi:type="dcterms:W3CDTF">2025-12-01T22:43:23Z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wner">
    <vt:lpwstr>Colin Purrington</vt:lpwstr>
  </property>
  <property fmtid="{D5CDD505-2E9C-101B-9397-08002B2CF9AE}" pid="3" name="ContentTypeId">
    <vt:lpwstr>0x01010056C55F869278CE43AC20FBB21C1B0170</vt:lpwstr>
  </property>
</Properties>
</file>